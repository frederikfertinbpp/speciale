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0" r:id="rId6"/>
    <p:sldId id="275" r:id="rId7"/>
    <p:sldId id="316" r:id="rId8"/>
    <p:sldId id="317" r:id="rId9"/>
    <p:sldId id="318" r:id="rId10"/>
    <p:sldId id="264" r:id="rId11"/>
    <p:sldId id="319" r:id="rId12"/>
    <p:sldId id="320" r:id="rId13"/>
    <p:sldId id="321" r:id="rId14"/>
    <p:sldId id="313" r:id="rId15"/>
    <p:sldId id="314" r:id="rId16"/>
  </p:sldIdLst>
  <p:sldSz cx="12190413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8B070A-6723-4A82-BCF0-AF3B779143DE}" v="295" dt="2026-06-02T10:43:35.9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3F9FA"/>
          </a:solidFill>
        </a:fill>
      </a:tcStyle>
    </a:wholeTbl>
    <a:band1H>
      <a:tcStyle>
        <a:tcBdr/>
        <a:fill>
          <a:solidFill>
            <a:srgbClr val="E7F3F4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7F3F4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BBE0E3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BBE0E3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BBE0E3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BBE0E3"/>
          </a:solidFill>
        </a:fill>
      </a:tcStyle>
    </a:firstRow>
  </a:tblStyle>
  <a:tblStyle styleId="{00A15C55-8517-42AA-B614-E9B94910E393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7E7"/>
          </a:solidFill>
        </a:fill>
      </a:tcStyle>
    </a:wholeTbl>
    <a:band1H>
      <a:tcStyle>
        <a:tcBdr/>
        <a:fill>
          <a:solidFill>
            <a:srgbClr val="CBCBCB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BCBCB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000000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804" autoAdjust="0"/>
  </p:normalViewPr>
  <p:slideViewPr>
    <p:cSldViewPr snapToGrid="0">
      <p:cViewPr varScale="1">
        <p:scale>
          <a:sx n="96" d="100"/>
          <a:sy n="96" d="100"/>
        </p:scale>
        <p:origin x="11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k Skou Fertin" userId="8951aed8-7c9b-49ea-93bd-9fdf65fe1278" providerId="ADAL" clId="{52328F1A-3464-4CA4-80EE-9397D4A6680C}"/>
    <pc:docChg chg="undo custSel addSld delSld modSld sldOrd">
      <pc:chgData name="Frederik Skou Fertin" userId="8951aed8-7c9b-49ea-93bd-9fdf65fe1278" providerId="ADAL" clId="{52328F1A-3464-4CA4-80EE-9397D4A6680C}" dt="2026-06-02T10:54:39.959" v="6907"/>
      <pc:docMkLst>
        <pc:docMk/>
      </pc:docMkLst>
      <pc:sldChg chg="modSp del mod">
        <pc:chgData name="Frederik Skou Fertin" userId="8951aed8-7c9b-49ea-93bd-9fdf65fe1278" providerId="ADAL" clId="{52328F1A-3464-4CA4-80EE-9397D4A6680C}" dt="2026-06-02T09:52:43.393" v="2507" actId="47"/>
        <pc:sldMkLst>
          <pc:docMk/>
          <pc:sldMk cId="0" sldId="257"/>
        </pc:sldMkLst>
        <pc:spChg chg="mod">
          <ac:chgData name="Frederik Skou Fertin" userId="8951aed8-7c9b-49ea-93bd-9fdf65fe1278" providerId="ADAL" clId="{52328F1A-3464-4CA4-80EE-9397D4A6680C}" dt="2026-06-02T08:33:55.478" v="245" actId="20577"/>
          <ac:spMkLst>
            <pc:docMk/>
            <pc:sldMk cId="0" sldId="257"/>
            <ac:spMk id="3" creationId="{0FCE366F-AEA1-2934-B917-F7257E24A4D6}"/>
          </ac:spMkLst>
        </pc:spChg>
      </pc:sldChg>
      <pc:sldChg chg="modSp mod">
        <pc:chgData name="Frederik Skou Fertin" userId="8951aed8-7c9b-49ea-93bd-9fdf65fe1278" providerId="ADAL" clId="{52328F1A-3464-4CA4-80EE-9397D4A6680C}" dt="2026-06-02T08:26:49.389" v="17" actId="1076"/>
        <pc:sldMkLst>
          <pc:docMk/>
          <pc:sldMk cId="0" sldId="260"/>
        </pc:sldMkLst>
        <pc:spChg chg="mod">
          <ac:chgData name="Frederik Skou Fertin" userId="8951aed8-7c9b-49ea-93bd-9fdf65fe1278" providerId="ADAL" clId="{52328F1A-3464-4CA4-80EE-9397D4A6680C}" dt="2026-06-02T08:26:25.708" v="12" actId="403"/>
          <ac:spMkLst>
            <pc:docMk/>
            <pc:sldMk cId="0" sldId="260"/>
            <ac:spMk id="7" creationId="{31A8269F-7778-797E-E28E-12F9F870225F}"/>
          </ac:spMkLst>
        </pc:spChg>
        <pc:spChg chg="mod">
          <ac:chgData name="Frederik Skou Fertin" userId="8951aed8-7c9b-49ea-93bd-9fdf65fe1278" providerId="ADAL" clId="{52328F1A-3464-4CA4-80EE-9397D4A6680C}" dt="2026-06-02T08:26:45.397" v="16" actId="1076"/>
          <ac:spMkLst>
            <pc:docMk/>
            <pc:sldMk cId="0" sldId="260"/>
            <ac:spMk id="8" creationId="{550BE74F-4C1D-D8B0-54CB-D4DAC609FC89}"/>
          </ac:spMkLst>
        </pc:spChg>
        <pc:picChg chg="mod">
          <ac:chgData name="Frederik Skou Fertin" userId="8951aed8-7c9b-49ea-93bd-9fdf65fe1278" providerId="ADAL" clId="{52328F1A-3464-4CA4-80EE-9397D4A6680C}" dt="2026-06-02T08:26:49.389" v="17" actId="1076"/>
          <ac:picMkLst>
            <pc:docMk/>
            <pc:sldMk cId="0" sldId="260"/>
            <ac:picMk id="9" creationId="{08CCC67B-E8AE-A60B-5E0F-0345B18D08E5}"/>
          </ac:picMkLst>
        </pc:picChg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1089633395" sldId="261"/>
        </pc:sldMkLst>
      </pc:sldChg>
      <pc:sldChg chg="del">
        <pc:chgData name="Frederik Skou Fertin" userId="8951aed8-7c9b-49ea-93bd-9fdf65fe1278" providerId="ADAL" clId="{52328F1A-3464-4CA4-80EE-9397D4A6680C}" dt="2026-06-02T09:41:29.144" v="1815" actId="2696"/>
        <pc:sldMkLst>
          <pc:docMk/>
          <pc:sldMk cId="2836009248" sldId="262"/>
        </pc:sldMkLst>
      </pc:sldChg>
      <pc:sldChg chg="del">
        <pc:chgData name="Frederik Skou Fertin" userId="8951aed8-7c9b-49ea-93bd-9fdf65fe1278" providerId="ADAL" clId="{52328F1A-3464-4CA4-80EE-9397D4A6680C}" dt="2026-06-02T09:41:33.140" v="1816" actId="2696"/>
        <pc:sldMkLst>
          <pc:docMk/>
          <pc:sldMk cId="2522365476" sldId="263"/>
        </pc:sldMkLst>
      </pc:sldChg>
      <pc:sldChg chg="addSp delSp modSp mod delAnim">
        <pc:chgData name="Frederik Skou Fertin" userId="8951aed8-7c9b-49ea-93bd-9fdf65fe1278" providerId="ADAL" clId="{52328F1A-3464-4CA4-80EE-9397D4A6680C}" dt="2026-06-02T10:24:53.864" v="4177" actId="20577"/>
        <pc:sldMkLst>
          <pc:docMk/>
          <pc:sldMk cId="1331324797" sldId="264"/>
        </pc:sldMkLst>
        <pc:spChg chg="mod">
          <ac:chgData name="Frederik Skou Fertin" userId="8951aed8-7c9b-49ea-93bd-9fdf65fe1278" providerId="ADAL" clId="{52328F1A-3464-4CA4-80EE-9397D4A6680C}" dt="2026-06-02T10:22:57.315" v="4065" actId="20577"/>
          <ac:spMkLst>
            <pc:docMk/>
            <pc:sldMk cId="1331324797" sldId="264"/>
            <ac:spMk id="2" creationId="{FAEEAF27-B758-1FAC-55B3-380AE80015AD}"/>
          </ac:spMkLst>
        </pc:spChg>
        <pc:spChg chg="add mod">
          <ac:chgData name="Frederik Skou Fertin" userId="8951aed8-7c9b-49ea-93bd-9fdf65fe1278" providerId="ADAL" clId="{52328F1A-3464-4CA4-80EE-9397D4A6680C}" dt="2026-06-02T10:20:28.724" v="3889" actId="1076"/>
          <ac:spMkLst>
            <pc:docMk/>
            <pc:sldMk cId="1331324797" sldId="264"/>
            <ac:spMk id="16" creationId="{A4F61DCD-2CB7-DBB2-DF66-1BC0D15B0F7B}"/>
          </ac:spMkLst>
        </pc:spChg>
        <pc:spChg chg="add mod">
          <ac:chgData name="Frederik Skou Fertin" userId="8951aed8-7c9b-49ea-93bd-9fdf65fe1278" providerId="ADAL" clId="{52328F1A-3464-4CA4-80EE-9397D4A6680C}" dt="2026-06-02T10:20:33.613" v="3890" actId="1076"/>
          <ac:spMkLst>
            <pc:docMk/>
            <pc:sldMk cId="1331324797" sldId="264"/>
            <ac:spMk id="18" creationId="{4FC2EB9C-E55F-85E9-B84A-926DC6978D96}"/>
          </ac:spMkLst>
        </pc:spChg>
        <pc:spChg chg="add mod">
          <ac:chgData name="Frederik Skou Fertin" userId="8951aed8-7c9b-49ea-93bd-9fdf65fe1278" providerId="ADAL" clId="{52328F1A-3464-4CA4-80EE-9397D4A6680C}" dt="2026-06-02T10:20:33.613" v="3890" actId="1076"/>
          <ac:spMkLst>
            <pc:docMk/>
            <pc:sldMk cId="1331324797" sldId="264"/>
            <ac:spMk id="19" creationId="{DFA5B8F5-44EC-51B9-7782-E681F822E43E}"/>
          </ac:spMkLst>
        </pc:spChg>
        <pc:spChg chg="add mod">
          <ac:chgData name="Frederik Skou Fertin" userId="8951aed8-7c9b-49ea-93bd-9fdf65fe1278" providerId="ADAL" clId="{52328F1A-3464-4CA4-80EE-9397D4A6680C}" dt="2026-06-02T10:24:53.864" v="4177" actId="20577"/>
          <ac:spMkLst>
            <pc:docMk/>
            <pc:sldMk cId="1331324797" sldId="264"/>
            <ac:spMk id="20" creationId="{2DFCEF70-F034-2BC5-92DF-1EA9AEDD7ABE}"/>
          </ac:spMkLst>
        </pc:spChg>
        <pc:picChg chg="del">
          <ac:chgData name="Frederik Skou Fertin" userId="8951aed8-7c9b-49ea-93bd-9fdf65fe1278" providerId="ADAL" clId="{52328F1A-3464-4CA4-80EE-9397D4A6680C}" dt="2026-06-02T10:20:34.884" v="3891" actId="478"/>
          <ac:picMkLst>
            <pc:docMk/>
            <pc:sldMk cId="1331324797" sldId="264"/>
            <ac:picMk id="8" creationId="{E80A73EE-2FCF-32E9-D604-A5C16DBB583B}"/>
          </ac:picMkLst>
        </pc:picChg>
        <pc:picChg chg="del">
          <ac:chgData name="Frederik Skou Fertin" userId="8951aed8-7c9b-49ea-93bd-9fdf65fe1278" providerId="ADAL" clId="{52328F1A-3464-4CA4-80EE-9397D4A6680C}" dt="2026-06-02T10:16:46.915" v="3780" actId="478"/>
          <ac:picMkLst>
            <pc:docMk/>
            <pc:sldMk cId="1331324797" sldId="264"/>
            <ac:picMk id="9" creationId="{0C0E4ABE-E19B-27E4-497F-CFCECDAE7C09}"/>
          </ac:picMkLst>
        </pc:picChg>
        <pc:picChg chg="add mod">
          <ac:chgData name="Frederik Skou Fertin" userId="8951aed8-7c9b-49ea-93bd-9fdf65fe1278" providerId="ADAL" clId="{52328F1A-3464-4CA4-80EE-9397D4A6680C}" dt="2026-06-02T10:20:33.613" v="3890" actId="1076"/>
          <ac:picMkLst>
            <pc:docMk/>
            <pc:sldMk cId="1331324797" sldId="264"/>
            <ac:picMk id="10" creationId="{0B080557-11C9-3235-9E21-19607F571058}"/>
          </ac:picMkLst>
        </pc:picChg>
        <pc:picChg chg="del">
          <ac:chgData name="Frederik Skou Fertin" userId="8951aed8-7c9b-49ea-93bd-9fdf65fe1278" providerId="ADAL" clId="{52328F1A-3464-4CA4-80EE-9397D4A6680C}" dt="2026-06-02T10:16:43.696" v="3779" actId="478"/>
          <ac:picMkLst>
            <pc:docMk/>
            <pc:sldMk cId="1331324797" sldId="264"/>
            <ac:picMk id="13" creationId="{A65B065E-83FE-ADF7-40F0-98FD47CF4C11}"/>
          </ac:picMkLst>
        </pc:picChg>
        <pc:picChg chg="add mod">
          <ac:chgData name="Frederik Skou Fertin" userId="8951aed8-7c9b-49ea-93bd-9fdf65fe1278" providerId="ADAL" clId="{52328F1A-3464-4CA4-80EE-9397D4A6680C}" dt="2026-06-02T10:20:28.724" v="3889" actId="1076"/>
          <ac:picMkLst>
            <pc:docMk/>
            <pc:sldMk cId="1331324797" sldId="264"/>
            <ac:picMk id="14" creationId="{F8B6C834-6B93-A34F-1FEB-3C806BFD71C0}"/>
          </ac:picMkLst>
        </pc:picChg>
        <pc:picChg chg="del">
          <ac:chgData name="Frederik Skou Fertin" userId="8951aed8-7c9b-49ea-93bd-9fdf65fe1278" providerId="ADAL" clId="{52328F1A-3464-4CA4-80EE-9397D4A6680C}" dt="2026-06-02T10:16:46.915" v="3780" actId="478"/>
          <ac:picMkLst>
            <pc:docMk/>
            <pc:sldMk cId="1331324797" sldId="264"/>
            <ac:picMk id="15" creationId="{E28DC4E1-72B3-9832-D682-961517460E51}"/>
          </ac:picMkLst>
        </pc:picChg>
        <pc:picChg chg="del">
          <ac:chgData name="Frederik Skou Fertin" userId="8951aed8-7c9b-49ea-93bd-9fdf65fe1278" providerId="ADAL" clId="{52328F1A-3464-4CA4-80EE-9397D4A6680C}" dt="2026-06-02T10:16:46.915" v="3780" actId="478"/>
          <ac:picMkLst>
            <pc:docMk/>
            <pc:sldMk cId="1331324797" sldId="264"/>
            <ac:picMk id="17" creationId="{9A90593A-B98C-E4D8-A562-D70D85138D4D}"/>
          </ac:picMkLst>
        </pc:picChg>
        <pc:cxnChg chg="del">
          <ac:chgData name="Frederik Skou Fertin" userId="8951aed8-7c9b-49ea-93bd-9fdf65fe1278" providerId="ADAL" clId="{52328F1A-3464-4CA4-80EE-9397D4A6680C}" dt="2026-06-02T10:16:46.915" v="3780" actId="478"/>
          <ac:cxnSpMkLst>
            <pc:docMk/>
            <pc:sldMk cId="1331324797" sldId="264"/>
            <ac:cxnSpMk id="7" creationId="{2DD2C11E-3BB6-43F2-3E21-3421A1BC4E1D}"/>
          </ac:cxnSpMkLst>
        </pc:cxnChg>
        <pc:cxnChg chg="del mod">
          <ac:chgData name="Frederik Skou Fertin" userId="8951aed8-7c9b-49ea-93bd-9fdf65fe1278" providerId="ADAL" clId="{52328F1A-3464-4CA4-80EE-9397D4A6680C}" dt="2026-06-02T10:16:46.915" v="3780" actId="478"/>
          <ac:cxnSpMkLst>
            <pc:docMk/>
            <pc:sldMk cId="1331324797" sldId="264"/>
            <ac:cxnSpMk id="11" creationId="{DC0D51C5-9242-0270-163D-AD9EF6DBA089}"/>
          </ac:cxnSpMkLst>
        </pc:cxnChg>
        <pc:cxnChg chg="del">
          <ac:chgData name="Frederik Skou Fertin" userId="8951aed8-7c9b-49ea-93bd-9fdf65fe1278" providerId="ADAL" clId="{52328F1A-3464-4CA4-80EE-9397D4A6680C}" dt="2026-06-02T10:16:46.915" v="3780" actId="478"/>
          <ac:cxnSpMkLst>
            <pc:docMk/>
            <pc:sldMk cId="1331324797" sldId="264"/>
            <ac:cxnSpMk id="24" creationId="{88210AE6-DCBC-92C0-DCC6-1DDEF51B7BA4}"/>
          </ac:cxnSpMkLst>
        </pc:cxnChg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566329789" sldId="265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1655922209" sldId="266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1268993078" sldId="268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4256900378" sldId="270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2676308918" sldId="271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2446467258" sldId="274"/>
        </pc:sldMkLst>
      </pc:sldChg>
      <pc:sldChg chg="addSp delSp modSp mod delAnim modAnim">
        <pc:chgData name="Frederik Skou Fertin" userId="8951aed8-7c9b-49ea-93bd-9fdf65fe1278" providerId="ADAL" clId="{52328F1A-3464-4CA4-80EE-9397D4A6680C}" dt="2026-06-02T10:10:22.553" v="3232" actId="20577"/>
        <pc:sldMkLst>
          <pc:docMk/>
          <pc:sldMk cId="1677267196" sldId="275"/>
        </pc:sldMkLst>
        <pc:spChg chg="mod">
          <ac:chgData name="Frederik Skou Fertin" userId="8951aed8-7c9b-49ea-93bd-9fdf65fe1278" providerId="ADAL" clId="{52328F1A-3464-4CA4-80EE-9397D4A6680C}" dt="2026-06-02T10:10:22.553" v="3232" actId="20577"/>
          <ac:spMkLst>
            <pc:docMk/>
            <pc:sldMk cId="1677267196" sldId="275"/>
            <ac:spMk id="2" creationId="{B3A9C872-C4A1-2F22-81F5-CC290608CE5E}"/>
          </ac:spMkLst>
        </pc:spChg>
        <pc:spChg chg="mod">
          <ac:chgData name="Frederik Skou Fertin" userId="8951aed8-7c9b-49ea-93bd-9fdf65fe1278" providerId="ADAL" clId="{52328F1A-3464-4CA4-80EE-9397D4A6680C}" dt="2026-06-02T10:09:55.781" v="3216" actId="404"/>
          <ac:spMkLst>
            <pc:docMk/>
            <pc:sldMk cId="1677267196" sldId="275"/>
            <ac:spMk id="3" creationId="{46BC0450-F430-7F98-B018-AE585691FA55}"/>
          </ac:spMkLst>
        </pc:spChg>
        <pc:spChg chg="del">
          <ac:chgData name="Frederik Skou Fertin" userId="8951aed8-7c9b-49ea-93bd-9fdf65fe1278" providerId="ADAL" clId="{52328F1A-3464-4CA4-80EE-9397D4A6680C}" dt="2026-06-02T08:30:15.925" v="204" actId="478"/>
          <ac:spMkLst>
            <pc:docMk/>
            <pc:sldMk cId="1677267196" sldId="275"/>
            <ac:spMk id="13" creationId="{0E6F9CE6-00A1-D8F3-3CDE-924D15DC6BC6}"/>
          </ac:spMkLst>
        </pc:spChg>
        <pc:picChg chg="del">
          <ac:chgData name="Frederik Skou Fertin" userId="8951aed8-7c9b-49ea-93bd-9fdf65fe1278" providerId="ADAL" clId="{52328F1A-3464-4CA4-80EE-9397D4A6680C}" dt="2026-06-02T09:01:24.047" v="454" actId="478"/>
          <ac:picMkLst>
            <pc:docMk/>
            <pc:sldMk cId="1677267196" sldId="275"/>
            <ac:picMk id="8" creationId="{7095C794-174A-5BD4-8FD2-40F9B4B090FD}"/>
          </ac:picMkLst>
        </pc:picChg>
        <pc:picChg chg="del">
          <ac:chgData name="Frederik Skou Fertin" userId="8951aed8-7c9b-49ea-93bd-9fdf65fe1278" providerId="ADAL" clId="{52328F1A-3464-4CA4-80EE-9397D4A6680C}" dt="2026-06-02T08:28:40.346" v="18" actId="478"/>
          <ac:picMkLst>
            <pc:docMk/>
            <pc:sldMk cId="1677267196" sldId="275"/>
            <ac:picMk id="9" creationId="{E625DAF3-9155-6745-E523-690C1FB20677}"/>
          </ac:picMkLst>
        </pc:picChg>
        <pc:picChg chg="del">
          <ac:chgData name="Frederik Skou Fertin" userId="8951aed8-7c9b-49ea-93bd-9fdf65fe1278" providerId="ADAL" clId="{52328F1A-3464-4CA4-80EE-9397D4A6680C}" dt="2026-06-02T08:28:41.517" v="19" actId="478"/>
          <ac:picMkLst>
            <pc:docMk/>
            <pc:sldMk cId="1677267196" sldId="275"/>
            <ac:picMk id="10" creationId="{F6281EF1-E61D-FD9D-609A-4195145A3EDC}"/>
          </ac:picMkLst>
        </pc:picChg>
        <pc:picChg chg="add del mod">
          <ac:chgData name="Frederik Skou Fertin" userId="8951aed8-7c9b-49ea-93bd-9fdf65fe1278" providerId="ADAL" clId="{52328F1A-3464-4CA4-80EE-9397D4A6680C}" dt="2026-06-02T09:01:15.267" v="451" actId="478"/>
          <ac:picMkLst>
            <pc:docMk/>
            <pc:sldMk cId="1677267196" sldId="275"/>
            <ac:picMk id="11" creationId="{893348A9-3B90-E632-2811-C9A1BBD1497A}"/>
          </ac:picMkLst>
        </pc:picChg>
        <pc:picChg chg="add mod">
          <ac:chgData name="Frederik Skou Fertin" userId="8951aed8-7c9b-49ea-93bd-9fdf65fe1278" providerId="ADAL" clId="{52328F1A-3464-4CA4-80EE-9397D4A6680C}" dt="2026-06-02T09:02:20.468" v="455" actId="14826"/>
          <ac:picMkLst>
            <pc:docMk/>
            <pc:sldMk cId="1677267196" sldId="275"/>
            <ac:picMk id="14" creationId="{7B2746A2-04FC-F869-B118-6E9C24D491F0}"/>
          </ac:picMkLst>
        </pc:picChg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1582262080" sldId="277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2752423027" sldId="279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3550402364" sldId="282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4145750391" sldId="283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1902148588" sldId="284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1928395667" sldId="285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2016682510" sldId="286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31347947" sldId="287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4232927217" sldId="289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752455402" sldId="290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485973313" sldId="291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36059824" sldId="292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320143012" sldId="293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565682111" sldId="294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978000833" sldId="295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2274736100" sldId="296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1727341508" sldId="297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1480275222" sldId="298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1964513426" sldId="299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2558938520" sldId="300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887914043" sldId="301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2648742548" sldId="302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2214598641" sldId="303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3551667683" sldId="304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2100056535" sldId="305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1127389665" sldId="306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2653486996" sldId="307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3168671050" sldId="308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1097370331" sldId="309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1598978442" sldId="310"/>
        </pc:sldMkLst>
      </pc:sldChg>
      <pc:sldChg chg="del">
        <pc:chgData name="Frederik Skou Fertin" userId="8951aed8-7c9b-49ea-93bd-9fdf65fe1278" providerId="ADAL" clId="{52328F1A-3464-4CA4-80EE-9397D4A6680C}" dt="2026-06-02T10:54:33.208" v="6905" actId="47"/>
        <pc:sldMkLst>
          <pc:docMk/>
          <pc:sldMk cId="2460796124" sldId="311"/>
        </pc:sldMkLst>
      </pc:sldChg>
      <pc:sldChg chg="new del">
        <pc:chgData name="Frederik Skou Fertin" userId="8951aed8-7c9b-49ea-93bd-9fdf65fe1278" providerId="ADAL" clId="{52328F1A-3464-4CA4-80EE-9397D4A6680C}" dt="2026-06-02T09:07:17.115" v="743" actId="47"/>
        <pc:sldMkLst>
          <pc:docMk/>
          <pc:sldMk cId="3717457300" sldId="312"/>
        </pc:sldMkLst>
      </pc:sldChg>
      <pc:sldChg chg="addSp delSp modSp add mod ord modShow">
        <pc:chgData name="Frederik Skou Fertin" userId="8951aed8-7c9b-49ea-93bd-9fdf65fe1278" providerId="ADAL" clId="{52328F1A-3464-4CA4-80EE-9397D4A6680C}" dt="2026-06-02T10:54:39.959" v="6907"/>
        <pc:sldMkLst>
          <pc:docMk/>
          <pc:sldMk cId="3251191681" sldId="313"/>
        </pc:sldMkLst>
        <pc:spChg chg="mod">
          <ac:chgData name="Frederik Skou Fertin" userId="8951aed8-7c9b-49ea-93bd-9fdf65fe1278" providerId="ADAL" clId="{52328F1A-3464-4CA4-80EE-9397D4A6680C}" dt="2026-06-02T09:23:22.208" v="1536" actId="20577"/>
          <ac:spMkLst>
            <pc:docMk/>
            <pc:sldMk cId="3251191681" sldId="313"/>
            <ac:spMk id="2" creationId="{388D6FB8-FB0B-5228-2F80-A9C835FD978B}"/>
          </ac:spMkLst>
        </pc:spChg>
        <pc:spChg chg="mod">
          <ac:chgData name="Frederik Skou Fertin" userId="8951aed8-7c9b-49ea-93bd-9fdf65fe1278" providerId="ADAL" clId="{52328F1A-3464-4CA4-80EE-9397D4A6680C}" dt="2026-06-02T09:41:54.589" v="1818" actId="113"/>
          <ac:spMkLst>
            <pc:docMk/>
            <pc:sldMk cId="3251191681" sldId="313"/>
            <ac:spMk id="3" creationId="{2D6EC966-48B1-AAA5-754A-633C387834A5}"/>
          </ac:spMkLst>
        </pc:spChg>
        <pc:spChg chg="add del mod">
          <ac:chgData name="Frederik Skou Fertin" userId="8951aed8-7c9b-49ea-93bd-9fdf65fe1278" providerId="ADAL" clId="{52328F1A-3464-4CA4-80EE-9397D4A6680C}" dt="2026-06-02T09:41:04.678" v="1806" actId="478"/>
          <ac:spMkLst>
            <pc:docMk/>
            <pc:sldMk cId="3251191681" sldId="313"/>
            <ac:spMk id="8" creationId="{EBEA07E3-B61D-3DF6-B84A-F22ADCD2069A}"/>
          </ac:spMkLst>
        </pc:spChg>
        <pc:picChg chg="add del mod">
          <ac:chgData name="Frederik Skou Fertin" userId="8951aed8-7c9b-49ea-93bd-9fdf65fe1278" providerId="ADAL" clId="{52328F1A-3464-4CA4-80EE-9397D4A6680C}" dt="2026-06-02T09:17:00.741" v="1088" actId="478"/>
          <ac:picMkLst>
            <pc:docMk/>
            <pc:sldMk cId="3251191681" sldId="313"/>
            <ac:picMk id="7" creationId="{096E4395-16A4-C910-C544-D8903AD2A144}"/>
          </ac:picMkLst>
        </pc:picChg>
        <pc:picChg chg="del">
          <ac:chgData name="Frederik Skou Fertin" userId="8951aed8-7c9b-49ea-93bd-9fdf65fe1278" providerId="ADAL" clId="{52328F1A-3464-4CA4-80EE-9397D4A6680C}" dt="2026-06-02T09:15:35.293" v="1041" actId="478"/>
          <ac:picMkLst>
            <pc:docMk/>
            <pc:sldMk cId="3251191681" sldId="313"/>
            <ac:picMk id="14" creationId="{3654E5D3-8A60-F595-6346-63B734E6EB8D}"/>
          </ac:picMkLst>
        </pc:picChg>
      </pc:sldChg>
      <pc:sldChg chg="delSp modSp add mod ord modShow">
        <pc:chgData name="Frederik Skou Fertin" userId="8951aed8-7c9b-49ea-93bd-9fdf65fe1278" providerId="ADAL" clId="{52328F1A-3464-4CA4-80EE-9397D4A6680C}" dt="2026-06-02T10:54:39.959" v="6907"/>
        <pc:sldMkLst>
          <pc:docMk/>
          <pc:sldMk cId="3521092007" sldId="314"/>
        </pc:sldMkLst>
        <pc:spChg chg="mod">
          <ac:chgData name="Frederik Skou Fertin" userId="8951aed8-7c9b-49ea-93bd-9fdf65fe1278" providerId="ADAL" clId="{52328F1A-3464-4CA4-80EE-9397D4A6680C}" dt="2026-06-02T09:23:50.712" v="1563" actId="20577"/>
          <ac:spMkLst>
            <pc:docMk/>
            <pc:sldMk cId="3521092007" sldId="314"/>
            <ac:spMk id="2" creationId="{11B51EE1-956E-A0BA-3B4E-607AA7FE60E2}"/>
          </ac:spMkLst>
        </pc:spChg>
        <pc:spChg chg="mod">
          <ac:chgData name="Frederik Skou Fertin" userId="8951aed8-7c9b-49ea-93bd-9fdf65fe1278" providerId="ADAL" clId="{52328F1A-3464-4CA4-80EE-9397D4A6680C}" dt="2026-06-02T09:52:21.823" v="2501" actId="20577"/>
          <ac:spMkLst>
            <pc:docMk/>
            <pc:sldMk cId="3521092007" sldId="314"/>
            <ac:spMk id="3" creationId="{1DB3308A-C2CD-B667-6B5C-370D5E51B8EA}"/>
          </ac:spMkLst>
        </pc:spChg>
        <pc:spChg chg="del mod">
          <ac:chgData name="Frederik Skou Fertin" userId="8951aed8-7c9b-49ea-93bd-9fdf65fe1278" providerId="ADAL" clId="{52328F1A-3464-4CA4-80EE-9397D4A6680C}" dt="2026-06-02T09:38:35.340" v="1793" actId="478"/>
          <ac:spMkLst>
            <pc:docMk/>
            <pc:sldMk cId="3521092007" sldId="314"/>
            <ac:spMk id="8" creationId="{AD4CE38A-2C73-7B14-418B-9DAA593564C9}"/>
          </ac:spMkLst>
        </pc:spChg>
      </pc:sldChg>
      <pc:sldChg chg="addSp modSp add del mod">
        <pc:chgData name="Frederik Skou Fertin" userId="8951aed8-7c9b-49ea-93bd-9fdf65fe1278" providerId="ADAL" clId="{52328F1A-3464-4CA4-80EE-9397D4A6680C}" dt="2026-06-02T09:51:52.956" v="2490" actId="47"/>
        <pc:sldMkLst>
          <pc:docMk/>
          <pc:sldMk cId="113702849" sldId="315"/>
        </pc:sldMkLst>
        <pc:spChg chg="mod">
          <ac:chgData name="Frederik Skou Fertin" userId="8951aed8-7c9b-49ea-93bd-9fdf65fe1278" providerId="ADAL" clId="{52328F1A-3464-4CA4-80EE-9397D4A6680C}" dt="2026-06-02T09:43:06.485" v="1842" actId="20577"/>
          <ac:spMkLst>
            <pc:docMk/>
            <pc:sldMk cId="113702849" sldId="315"/>
            <ac:spMk id="2" creationId="{41F4D065-3AEA-8903-D202-9DA2A85048AF}"/>
          </ac:spMkLst>
        </pc:spChg>
        <pc:spChg chg="mod">
          <ac:chgData name="Frederik Skou Fertin" userId="8951aed8-7c9b-49ea-93bd-9fdf65fe1278" providerId="ADAL" clId="{52328F1A-3464-4CA4-80EE-9397D4A6680C}" dt="2026-06-02T09:49:18.904" v="2392" actId="20577"/>
          <ac:spMkLst>
            <pc:docMk/>
            <pc:sldMk cId="113702849" sldId="315"/>
            <ac:spMk id="3" creationId="{D69894C8-BDCA-A090-0B1F-776F4C96BB39}"/>
          </ac:spMkLst>
        </pc:spChg>
        <pc:picChg chg="add mod">
          <ac:chgData name="Frederik Skou Fertin" userId="8951aed8-7c9b-49ea-93bd-9fdf65fe1278" providerId="ADAL" clId="{52328F1A-3464-4CA4-80EE-9397D4A6680C}" dt="2026-06-02T09:43:30.292" v="1847" actId="1076"/>
          <ac:picMkLst>
            <pc:docMk/>
            <pc:sldMk cId="113702849" sldId="315"/>
            <ac:picMk id="7" creationId="{1E63C6AC-43EB-6F0E-90CA-B91AB31ED73E}"/>
          </ac:picMkLst>
        </pc:picChg>
      </pc:sldChg>
      <pc:sldChg chg="modSp add mod">
        <pc:chgData name="Frederik Skou Fertin" userId="8951aed8-7c9b-49ea-93bd-9fdf65fe1278" providerId="ADAL" clId="{52328F1A-3464-4CA4-80EE-9397D4A6680C}" dt="2026-06-02T09:51:40.561" v="2489" actId="20577"/>
        <pc:sldMkLst>
          <pc:docMk/>
          <pc:sldMk cId="3106234192" sldId="316"/>
        </pc:sldMkLst>
        <pc:spChg chg="mod">
          <ac:chgData name="Frederik Skou Fertin" userId="8951aed8-7c9b-49ea-93bd-9fdf65fe1278" providerId="ADAL" clId="{52328F1A-3464-4CA4-80EE-9397D4A6680C}" dt="2026-06-02T09:51:40.561" v="2489" actId="20577"/>
          <ac:spMkLst>
            <pc:docMk/>
            <pc:sldMk cId="3106234192" sldId="316"/>
            <ac:spMk id="3" creationId="{F3ECDABC-08DE-CCFA-CB39-17EFCA3EAA27}"/>
          </ac:spMkLst>
        </pc:spChg>
      </pc:sldChg>
      <pc:sldChg chg="addSp modSp add mod ord">
        <pc:chgData name="Frederik Skou Fertin" userId="8951aed8-7c9b-49ea-93bd-9fdf65fe1278" providerId="ADAL" clId="{52328F1A-3464-4CA4-80EE-9397D4A6680C}" dt="2026-06-02T10:12:25.524" v="3363" actId="20577"/>
        <pc:sldMkLst>
          <pc:docMk/>
          <pc:sldMk cId="1542817512" sldId="317"/>
        </pc:sldMkLst>
        <pc:spChg chg="mod">
          <ac:chgData name="Frederik Skou Fertin" userId="8951aed8-7c9b-49ea-93bd-9fdf65fe1278" providerId="ADAL" clId="{52328F1A-3464-4CA4-80EE-9397D4A6680C}" dt="2026-06-02T10:07:16.070" v="3206" actId="1076"/>
          <ac:spMkLst>
            <pc:docMk/>
            <pc:sldMk cId="1542817512" sldId="317"/>
            <ac:spMk id="2" creationId="{4F7BF4F8-1F62-3F5B-11C9-BE3B12B67717}"/>
          </ac:spMkLst>
        </pc:spChg>
        <pc:spChg chg="mod">
          <ac:chgData name="Frederik Skou Fertin" userId="8951aed8-7c9b-49ea-93bd-9fdf65fe1278" providerId="ADAL" clId="{52328F1A-3464-4CA4-80EE-9397D4A6680C}" dt="2026-06-02T10:12:25.524" v="3363" actId="20577"/>
          <ac:spMkLst>
            <pc:docMk/>
            <pc:sldMk cId="1542817512" sldId="317"/>
            <ac:spMk id="3" creationId="{2CB89BDA-661D-050A-D497-C48921AF7692}"/>
          </ac:spMkLst>
        </pc:spChg>
        <pc:spChg chg="add mod">
          <ac:chgData name="Frederik Skou Fertin" userId="8951aed8-7c9b-49ea-93bd-9fdf65fe1278" providerId="ADAL" clId="{52328F1A-3464-4CA4-80EE-9397D4A6680C}" dt="2026-06-02T10:07:20.715" v="3207" actId="1076"/>
          <ac:spMkLst>
            <pc:docMk/>
            <pc:sldMk cId="1542817512" sldId="317"/>
            <ac:spMk id="9" creationId="{F319C879-49FC-5897-F63F-944A5B117A34}"/>
          </ac:spMkLst>
        </pc:spChg>
        <pc:spChg chg="add mod">
          <ac:chgData name="Frederik Skou Fertin" userId="8951aed8-7c9b-49ea-93bd-9fdf65fe1278" providerId="ADAL" clId="{52328F1A-3464-4CA4-80EE-9397D4A6680C}" dt="2026-06-02T10:07:20.715" v="3207" actId="1076"/>
          <ac:spMkLst>
            <pc:docMk/>
            <pc:sldMk cId="1542817512" sldId="317"/>
            <ac:spMk id="10" creationId="{43AF7925-98FF-642A-DC0C-E5B62E50ADD5}"/>
          </ac:spMkLst>
        </pc:spChg>
        <pc:spChg chg="add mod">
          <ac:chgData name="Frederik Skou Fertin" userId="8951aed8-7c9b-49ea-93bd-9fdf65fe1278" providerId="ADAL" clId="{52328F1A-3464-4CA4-80EE-9397D4A6680C}" dt="2026-06-02T10:07:20.715" v="3207" actId="1076"/>
          <ac:spMkLst>
            <pc:docMk/>
            <pc:sldMk cId="1542817512" sldId="317"/>
            <ac:spMk id="11" creationId="{BAB3028A-166D-B366-3BBE-5A8E0D2D614A}"/>
          </ac:spMkLst>
        </pc:spChg>
        <pc:spChg chg="add mod">
          <ac:chgData name="Frederik Skou Fertin" userId="8951aed8-7c9b-49ea-93bd-9fdf65fe1278" providerId="ADAL" clId="{52328F1A-3464-4CA4-80EE-9397D4A6680C}" dt="2026-06-02T10:07:20.715" v="3207" actId="1076"/>
          <ac:spMkLst>
            <pc:docMk/>
            <pc:sldMk cId="1542817512" sldId="317"/>
            <ac:spMk id="12" creationId="{8C614A80-5311-DC36-8FC8-ED0C88FD904A}"/>
          </ac:spMkLst>
        </pc:spChg>
        <pc:spChg chg="add mod">
          <ac:chgData name="Frederik Skou Fertin" userId="8951aed8-7c9b-49ea-93bd-9fdf65fe1278" providerId="ADAL" clId="{52328F1A-3464-4CA4-80EE-9397D4A6680C}" dt="2026-06-02T10:07:20.715" v="3207" actId="1076"/>
          <ac:spMkLst>
            <pc:docMk/>
            <pc:sldMk cId="1542817512" sldId="317"/>
            <ac:spMk id="13" creationId="{0403A5D6-759E-3500-E3D2-8F0690CB8A8F}"/>
          </ac:spMkLst>
        </pc:spChg>
        <pc:spChg chg="add mod">
          <ac:chgData name="Frederik Skou Fertin" userId="8951aed8-7c9b-49ea-93bd-9fdf65fe1278" providerId="ADAL" clId="{52328F1A-3464-4CA4-80EE-9397D4A6680C}" dt="2026-06-02T10:07:20.715" v="3207" actId="1076"/>
          <ac:spMkLst>
            <pc:docMk/>
            <pc:sldMk cId="1542817512" sldId="317"/>
            <ac:spMk id="14" creationId="{5D1FA67F-6912-4B49-D7E4-292C811F8959}"/>
          </ac:spMkLst>
        </pc:spChg>
        <pc:spChg chg="add mod">
          <ac:chgData name="Frederik Skou Fertin" userId="8951aed8-7c9b-49ea-93bd-9fdf65fe1278" providerId="ADAL" clId="{52328F1A-3464-4CA4-80EE-9397D4A6680C}" dt="2026-06-02T10:07:20.715" v="3207" actId="1076"/>
          <ac:spMkLst>
            <pc:docMk/>
            <pc:sldMk cId="1542817512" sldId="317"/>
            <ac:spMk id="15" creationId="{BA2838DB-2C3C-8A9A-3A8F-060274D8DEAC}"/>
          </ac:spMkLst>
        </pc:spChg>
        <pc:spChg chg="add mod">
          <ac:chgData name="Frederik Skou Fertin" userId="8951aed8-7c9b-49ea-93bd-9fdf65fe1278" providerId="ADAL" clId="{52328F1A-3464-4CA4-80EE-9397D4A6680C}" dt="2026-06-02T10:07:20.715" v="3207" actId="1076"/>
          <ac:spMkLst>
            <pc:docMk/>
            <pc:sldMk cId="1542817512" sldId="317"/>
            <ac:spMk id="18" creationId="{81DFD5F8-FCE8-6FE1-E970-0F844C809116}"/>
          </ac:spMkLst>
        </pc:spChg>
        <pc:picChg chg="add mod">
          <ac:chgData name="Frederik Skou Fertin" userId="8951aed8-7c9b-49ea-93bd-9fdf65fe1278" providerId="ADAL" clId="{52328F1A-3464-4CA4-80EE-9397D4A6680C}" dt="2026-06-02T10:07:20.715" v="3207" actId="1076"/>
          <ac:picMkLst>
            <pc:docMk/>
            <pc:sldMk cId="1542817512" sldId="317"/>
            <ac:picMk id="8" creationId="{E2FBFC7F-859F-E9CE-7681-B8254EE08364}"/>
          </ac:picMkLst>
        </pc:picChg>
        <pc:picChg chg="add mod">
          <ac:chgData name="Frederik Skou Fertin" userId="8951aed8-7c9b-49ea-93bd-9fdf65fe1278" providerId="ADAL" clId="{52328F1A-3464-4CA4-80EE-9397D4A6680C}" dt="2026-06-02T10:07:20.715" v="3207" actId="1076"/>
          <ac:picMkLst>
            <pc:docMk/>
            <pc:sldMk cId="1542817512" sldId="317"/>
            <ac:picMk id="17" creationId="{C495DA1B-0743-277A-2B44-21E02F28858E}"/>
          </ac:picMkLst>
        </pc:picChg>
      </pc:sldChg>
      <pc:sldChg chg="addSp delSp modSp add mod">
        <pc:chgData name="Frederik Skou Fertin" userId="8951aed8-7c9b-49ea-93bd-9fdf65fe1278" providerId="ADAL" clId="{52328F1A-3464-4CA4-80EE-9397D4A6680C}" dt="2026-06-02T10:16:17.391" v="3767" actId="20577"/>
        <pc:sldMkLst>
          <pc:docMk/>
          <pc:sldMk cId="3410441092" sldId="318"/>
        </pc:sldMkLst>
        <pc:spChg chg="mod">
          <ac:chgData name="Frederik Skou Fertin" userId="8951aed8-7c9b-49ea-93bd-9fdf65fe1278" providerId="ADAL" clId="{52328F1A-3464-4CA4-80EE-9397D4A6680C}" dt="2026-06-02T10:11:40.991" v="3259" actId="20577"/>
          <ac:spMkLst>
            <pc:docMk/>
            <pc:sldMk cId="3410441092" sldId="318"/>
            <ac:spMk id="2" creationId="{E524FBCC-263D-D849-6A46-57F0E1CBC9FB}"/>
          </ac:spMkLst>
        </pc:spChg>
        <pc:spChg chg="del">
          <ac:chgData name="Frederik Skou Fertin" userId="8951aed8-7c9b-49ea-93bd-9fdf65fe1278" providerId="ADAL" clId="{52328F1A-3464-4CA4-80EE-9397D4A6680C}" dt="2026-06-02T10:11:44.650" v="3260" actId="478"/>
          <ac:spMkLst>
            <pc:docMk/>
            <pc:sldMk cId="3410441092" sldId="318"/>
            <ac:spMk id="3" creationId="{9439F6B9-1852-2DA7-A0CC-808C356E138B}"/>
          </ac:spMkLst>
        </pc:spChg>
        <pc:spChg chg="del">
          <ac:chgData name="Frederik Skou Fertin" userId="8951aed8-7c9b-49ea-93bd-9fdf65fe1278" providerId="ADAL" clId="{52328F1A-3464-4CA4-80EE-9397D4A6680C}" dt="2026-06-02T10:11:44.650" v="3260" actId="478"/>
          <ac:spMkLst>
            <pc:docMk/>
            <pc:sldMk cId="3410441092" sldId="318"/>
            <ac:spMk id="9" creationId="{ACE147D9-CB9B-D316-7B34-C7BBBE95F7C8}"/>
          </ac:spMkLst>
        </pc:spChg>
        <pc:spChg chg="del">
          <ac:chgData name="Frederik Skou Fertin" userId="8951aed8-7c9b-49ea-93bd-9fdf65fe1278" providerId="ADAL" clId="{52328F1A-3464-4CA4-80EE-9397D4A6680C}" dt="2026-06-02T10:11:44.650" v="3260" actId="478"/>
          <ac:spMkLst>
            <pc:docMk/>
            <pc:sldMk cId="3410441092" sldId="318"/>
            <ac:spMk id="10" creationId="{72EE18C6-2A83-3CDC-94B8-68FC59709791}"/>
          </ac:spMkLst>
        </pc:spChg>
        <pc:spChg chg="del">
          <ac:chgData name="Frederik Skou Fertin" userId="8951aed8-7c9b-49ea-93bd-9fdf65fe1278" providerId="ADAL" clId="{52328F1A-3464-4CA4-80EE-9397D4A6680C}" dt="2026-06-02T10:11:44.650" v="3260" actId="478"/>
          <ac:spMkLst>
            <pc:docMk/>
            <pc:sldMk cId="3410441092" sldId="318"/>
            <ac:spMk id="11" creationId="{25ED830D-BBC1-E3F0-655C-528DDFDA105C}"/>
          </ac:spMkLst>
        </pc:spChg>
        <pc:spChg chg="del">
          <ac:chgData name="Frederik Skou Fertin" userId="8951aed8-7c9b-49ea-93bd-9fdf65fe1278" providerId="ADAL" clId="{52328F1A-3464-4CA4-80EE-9397D4A6680C}" dt="2026-06-02T10:11:44.650" v="3260" actId="478"/>
          <ac:spMkLst>
            <pc:docMk/>
            <pc:sldMk cId="3410441092" sldId="318"/>
            <ac:spMk id="12" creationId="{19687731-2D82-A572-DF04-86AE45246F46}"/>
          </ac:spMkLst>
        </pc:spChg>
        <pc:spChg chg="del">
          <ac:chgData name="Frederik Skou Fertin" userId="8951aed8-7c9b-49ea-93bd-9fdf65fe1278" providerId="ADAL" clId="{52328F1A-3464-4CA4-80EE-9397D4A6680C}" dt="2026-06-02T10:11:44.650" v="3260" actId="478"/>
          <ac:spMkLst>
            <pc:docMk/>
            <pc:sldMk cId="3410441092" sldId="318"/>
            <ac:spMk id="13" creationId="{C5482416-9C41-5A73-A75E-5D20C79AE45B}"/>
          </ac:spMkLst>
        </pc:spChg>
        <pc:spChg chg="del">
          <ac:chgData name="Frederik Skou Fertin" userId="8951aed8-7c9b-49ea-93bd-9fdf65fe1278" providerId="ADAL" clId="{52328F1A-3464-4CA4-80EE-9397D4A6680C}" dt="2026-06-02T10:11:44.650" v="3260" actId="478"/>
          <ac:spMkLst>
            <pc:docMk/>
            <pc:sldMk cId="3410441092" sldId="318"/>
            <ac:spMk id="14" creationId="{E3EFAB92-2483-9F95-2730-817E7B4FE612}"/>
          </ac:spMkLst>
        </pc:spChg>
        <pc:spChg chg="del">
          <ac:chgData name="Frederik Skou Fertin" userId="8951aed8-7c9b-49ea-93bd-9fdf65fe1278" providerId="ADAL" clId="{52328F1A-3464-4CA4-80EE-9397D4A6680C}" dt="2026-06-02T10:11:44.650" v="3260" actId="478"/>
          <ac:spMkLst>
            <pc:docMk/>
            <pc:sldMk cId="3410441092" sldId="318"/>
            <ac:spMk id="15" creationId="{C1A06FA1-22ED-362F-486F-126FD894E2BB}"/>
          </ac:spMkLst>
        </pc:spChg>
        <pc:spChg chg="del">
          <ac:chgData name="Frederik Skou Fertin" userId="8951aed8-7c9b-49ea-93bd-9fdf65fe1278" providerId="ADAL" clId="{52328F1A-3464-4CA4-80EE-9397D4A6680C}" dt="2026-06-02T10:11:44.650" v="3260" actId="478"/>
          <ac:spMkLst>
            <pc:docMk/>
            <pc:sldMk cId="3410441092" sldId="318"/>
            <ac:spMk id="18" creationId="{04F66C3C-FEB6-5A25-A04A-3EFA445B8FA2}"/>
          </ac:spMkLst>
        </pc:spChg>
        <pc:spChg chg="add mod">
          <ac:chgData name="Frederik Skou Fertin" userId="8951aed8-7c9b-49ea-93bd-9fdf65fe1278" providerId="ADAL" clId="{52328F1A-3464-4CA4-80EE-9397D4A6680C}" dt="2026-06-02T10:16:17.391" v="3767" actId="20577"/>
          <ac:spMkLst>
            <pc:docMk/>
            <pc:sldMk cId="3410441092" sldId="318"/>
            <ac:spMk id="19" creationId="{B8758A20-B992-9FF6-0E59-99C07CB8DD9F}"/>
          </ac:spMkLst>
        </pc:spChg>
        <pc:picChg chg="add mod">
          <ac:chgData name="Frederik Skou Fertin" userId="8951aed8-7c9b-49ea-93bd-9fdf65fe1278" providerId="ADAL" clId="{52328F1A-3464-4CA4-80EE-9397D4A6680C}" dt="2026-06-02T10:12:48.535" v="3367" actId="1076"/>
          <ac:picMkLst>
            <pc:docMk/>
            <pc:sldMk cId="3410441092" sldId="318"/>
            <ac:picMk id="16" creationId="{B54265D8-C402-6E34-DFF9-B05C9CB47427}"/>
          </ac:picMkLst>
        </pc:picChg>
        <pc:picChg chg="del">
          <ac:chgData name="Frederik Skou Fertin" userId="8951aed8-7c9b-49ea-93bd-9fdf65fe1278" providerId="ADAL" clId="{52328F1A-3464-4CA4-80EE-9397D4A6680C}" dt="2026-06-02T10:11:44.650" v="3260" actId="478"/>
          <ac:picMkLst>
            <pc:docMk/>
            <pc:sldMk cId="3410441092" sldId="318"/>
            <ac:picMk id="17" creationId="{CC82FA24-88EA-ABB2-1FD1-13097202D014}"/>
          </ac:picMkLst>
        </pc:picChg>
      </pc:sldChg>
      <pc:sldChg chg="addSp delSp modSp add mod">
        <pc:chgData name="Frederik Skou Fertin" userId="8951aed8-7c9b-49ea-93bd-9fdf65fe1278" providerId="ADAL" clId="{52328F1A-3464-4CA4-80EE-9397D4A6680C}" dt="2026-06-02T10:53:25.564" v="6824" actId="6549"/>
        <pc:sldMkLst>
          <pc:docMk/>
          <pc:sldMk cId="286008586" sldId="319"/>
        </pc:sldMkLst>
        <pc:spChg chg="mod">
          <ac:chgData name="Frederik Skou Fertin" userId="8951aed8-7c9b-49ea-93bd-9fdf65fe1278" providerId="ADAL" clId="{52328F1A-3464-4CA4-80EE-9397D4A6680C}" dt="2026-06-02T10:23:56.858" v="4112" actId="20577"/>
          <ac:spMkLst>
            <pc:docMk/>
            <pc:sldMk cId="286008586" sldId="319"/>
            <ac:spMk id="2" creationId="{F02B534F-C905-F4F2-CCE5-BB34FB9A1255}"/>
          </ac:spMkLst>
        </pc:spChg>
        <pc:spChg chg="add mod">
          <ac:chgData name="Frederik Skou Fertin" userId="8951aed8-7c9b-49ea-93bd-9fdf65fe1278" providerId="ADAL" clId="{52328F1A-3464-4CA4-80EE-9397D4A6680C}" dt="2026-06-02T10:45:32.392" v="5810" actId="20577"/>
          <ac:spMkLst>
            <pc:docMk/>
            <pc:sldMk cId="286008586" sldId="319"/>
            <ac:spMk id="8" creationId="{F6F814FD-782D-069E-D217-42ECEB47E85A}"/>
          </ac:spMkLst>
        </pc:spChg>
        <pc:spChg chg="add mod">
          <ac:chgData name="Frederik Skou Fertin" userId="8951aed8-7c9b-49ea-93bd-9fdf65fe1278" providerId="ADAL" clId="{52328F1A-3464-4CA4-80EE-9397D4A6680C}" dt="2026-06-02T10:53:25.564" v="6824" actId="6549"/>
          <ac:spMkLst>
            <pc:docMk/>
            <pc:sldMk cId="286008586" sldId="319"/>
            <ac:spMk id="9" creationId="{23C61EA4-BD91-8F6A-C262-ABFC6D404D89}"/>
          </ac:spMkLst>
        </pc:spChg>
        <pc:spChg chg="add mod">
          <ac:chgData name="Frederik Skou Fertin" userId="8951aed8-7c9b-49ea-93bd-9fdf65fe1278" providerId="ADAL" clId="{52328F1A-3464-4CA4-80EE-9397D4A6680C}" dt="2026-06-02T10:39:32.483" v="5050"/>
          <ac:spMkLst>
            <pc:docMk/>
            <pc:sldMk cId="286008586" sldId="319"/>
            <ac:spMk id="11" creationId="{77577A58-5B9C-3CDF-2866-D70993C051C5}"/>
          </ac:spMkLst>
        </pc:spChg>
        <pc:spChg chg="del">
          <ac:chgData name="Frederik Skou Fertin" userId="8951aed8-7c9b-49ea-93bd-9fdf65fe1278" providerId="ADAL" clId="{52328F1A-3464-4CA4-80EE-9397D4A6680C}" dt="2026-06-02T10:24:01.779" v="4113" actId="478"/>
          <ac:spMkLst>
            <pc:docMk/>
            <pc:sldMk cId="286008586" sldId="319"/>
            <ac:spMk id="16" creationId="{DA61125F-BC4B-963E-04B7-9243FEE306FE}"/>
          </ac:spMkLst>
        </pc:spChg>
        <pc:spChg chg="del">
          <ac:chgData name="Frederik Skou Fertin" userId="8951aed8-7c9b-49ea-93bd-9fdf65fe1278" providerId="ADAL" clId="{52328F1A-3464-4CA4-80EE-9397D4A6680C}" dt="2026-06-02T10:24:01.779" v="4113" actId="478"/>
          <ac:spMkLst>
            <pc:docMk/>
            <pc:sldMk cId="286008586" sldId="319"/>
            <ac:spMk id="18" creationId="{F801B279-3AFD-F81D-AEB6-381F72FB36B6}"/>
          </ac:spMkLst>
        </pc:spChg>
        <pc:spChg chg="del">
          <ac:chgData name="Frederik Skou Fertin" userId="8951aed8-7c9b-49ea-93bd-9fdf65fe1278" providerId="ADAL" clId="{52328F1A-3464-4CA4-80EE-9397D4A6680C}" dt="2026-06-02T10:24:01.779" v="4113" actId="478"/>
          <ac:spMkLst>
            <pc:docMk/>
            <pc:sldMk cId="286008586" sldId="319"/>
            <ac:spMk id="19" creationId="{0B833AE1-F426-A5EE-1AC8-21A979A2CE3E}"/>
          </ac:spMkLst>
        </pc:spChg>
        <pc:spChg chg="del">
          <ac:chgData name="Frederik Skou Fertin" userId="8951aed8-7c9b-49ea-93bd-9fdf65fe1278" providerId="ADAL" clId="{52328F1A-3464-4CA4-80EE-9397D4A6680C}" dt="2026-06-02T10:24:01.779" v="4113" actId="478"/>
          <ac:spMkLst>
            <pc:docMk/>
            <pc:sldMk cId="286008586" sldId="319"/>
            <ac:spMk id="20" creationId="{50F4D1BD-E8C8-60E1-83DD-9C4CEA222906}"/>
          </ac:spMkLst>
        </pc:spChg>
        <pc:picChg chg="add mod">
          <ac:chgData name="Frederik Skou Fertin" userId="8951aed8-7c9b-49ea-93bd-9fdf65fe1278" providerId="ADAL" clId="{52328F1A-3464-4CA4-80EE-9397D4A6680C}" dt="2026-06-02T10:39:46.499" v="5055" actId="1076"/>
          <ac:picMkLst>
            <pc:docMk/>
            <pc:sldMk cId="286008586" sldId="319"/>
            <ac:picMk id="7" creationId="{B6C358BA-9ED3-8451-B612-0E54328C726C}"/>
          </ac:picMkLst>
        </pc:picChg>
        <pc:picChg chg="del">
          <ac:chgData name="Frederik Skou Fertin" userId="8951aed8-7c9b-49ea-93bd-9fdf65fe1278" providerId="ADAL" clId="{52328F1A-3464-4CA4-80EE-9397D4A6680C}" dt="2026-06-02T10:24:01.779" v="4113" actId="478"/>
          <ac:picMkLst>
            <pc:docMk/>
            <pc:sldMk cId="286008586" sldId="319"/>
            <ac:picMk id="10" creationId="{06CDD576-01F7-6569-0EB3-0E76ECF2FC44}"/>
          </ac:picMkLst>
        </pc:picChg>
        <pc:picChg chg="del">
          <ac:chgData name="Frederik Skou Fertin" userId="8951aed8-7c9b-49ea-93bd-9fdf65fe1278" providerId="ADAL" clId="{52328F1A-3464-4CA4-80EE-9397D4A6680C}" dt="2026-06-02T10:24:01.779" v="4113" actId="478"/>
          <ac:picMkLst>
            <pc:docMk/>
            <pc:sldMk cId="286008586" sldId="319"/>
            <ac:picMk id="14" creationId="{7B3867E6-9787-A4F8-558B-194FB75FE724}"/>
          </ac:picMkLst>
        </pc:picChg>
      </pc:sldChg>
      <pc:sldChg chg="delSp modSp add mod">
        <pc:chgData name="Frederik Skou Fertin" userId="8951aed8-7c9b-49ea-93bd-9fdf65fe1278" providerId="ADAL" clId="{52328F1A-3464-4CA4-80EE-9397D4A6680C}" dt="2026-06-02T10:53:46.372" v="6849" actId="20577"/>
        <pc:sldMkLst>
          <pc:docMk/>
          <pc:sldMk cId="2201326421" sldId="320"/>
        </pc:sldMkLst>
        <pc:spChg chg="mod">
          <ac:chgData name="Frederik Skou Fertin" userId="8951aed8-7c9b-49ea-93bd-9fdf65fe1278" providerId="ADAL" clId="{52328F1A-3464-4CA4-80EE-9397D4A6680C}" dt="2026-06-02T10:41:50.933" v="5316" actId="20577"/>
          <ac:spMkLst>
            <pc:docMk/>
            <pc:sldMk cId="2201326421" sldId="320"/>
            <ac:spMk id="2" creationId="{1730A0B8-4950-F579-F740-E4B0DAD95F51}"/>
          </ac:spMkLst>
        </pc:spChg>
        <pc:spChg chg="mod">
          <ac:chgData name="Frederik Skou Fertin" userId="8951aed8-7c9b-49ea-93bd-9fdf65fe1278" providerId="ADAL" clId="{52328F1A-3464-4CA4-80EE-9397D4A6680C}" dt="2026-06-02T10:53:46.372" v="6849" actId="20577"/>
          <ac:spMkLst>
            <pc:docMk/>
            <pc:sldMk cId="2201326421" sldId="320"/>
            <ac:spMk id="8" creationId="{6B208615-7191-4700-ACE2-8DCEB91643FD}"/>
          </ac:spMkLst>
        </pc:spChg>
        <pc:spChg chg="del">
          <ac:chgData name="Frederik Skou Fertin" userId="8951aed8-7c9b-49ea-93bd-9fdf65fe1278" providerId="ADAL" clId="{52328F1A-3464-4CA4-80EE-9397D4A6680C}" dt="2026-06-02T10:41:57.393" v="5318" actId="478"/>
          <ac:spMkLst>
            <pc:docMk/>
            <pc:sldMk cId="2201326421" sldId="320"/>
            <ac:spMk id="9" creationId="{E6DF50CE-453B-C3B8-8A92-FB2006205007}"/>
          </ac:spMkLst>
        </pc:spChg>
        <pc:picChg chg="del">
          <ac:chgData name="Frederik Skou Fertin" userId="8951aed8-7c9b-49ea-93bd-9fdf65fe1278" providerId="ADAL" clId="{52328F1A-3464-4CA4-80EE-9397D4A6680C}" dt="2026-06-02T10:41:58.983" v="5319" actId="478"/>
          <ac:picMkLst>
            <pc:docMk/>
            <pc:sldMk cId="2201326421" sldId="320"/>
            <ac:picMk id="7" creationId="{C78C8E0F-7336-11AD-9637-CAA030827BD4}"/>
          </ac:picMkLst>
        </pc:picChg>
      </pc:sldChg>
      <pc:sldChg chg="modSp add mod">
        <pc:chgData name="Frederik Skou Fertin" userId="8951aed8-7c9b-49ea-93bd-9fdf65fe1278" providerId="ADAL" clId="{52328F1A-3464-4CA4-80EE-9397D4A6680C}" dt="2026-06-02T10:54:26.707" v="6904" actId="20577"/>
        <pc:sldMkLst>
          <pc:docMk/>
          <pc:sldMk cId="1451935424" sldId="321"/>
        </pc:sldMkLst>
        <pc:spChg chg="mod">
          <ac:chgData name="Frederik Skou Fertin" userId="8951aed8-7c9b-49ea-93bd-9fdf65fe1278" providerId="ADAL" clId="{52328F1A-3464-4CA4-80EE-9397D4A6680C}" dt="2026-06-02T10:42:26.336" v="5341" actId="20577"/>
          <ac:spMkLst>
            <pc:docMk/>
            <pc:sldMk cId="1451935424" sldId="321"/>
            <ac:spMk id="2" creationId="{6D9F411F-9AA2-6BC7-5A87-0DD4E029D55B}"/>
          </ac:spMkLst>
        </pc:spChg>
        <pc:spChg chg="mod">
          <ac:chgData name="Frederik Skou Fertin" userId="8951aed8-7c9b-49ea-93bd-9fdf65fe1278" providerId="ADAL" clId="{52328F1A-3464-4CA4-80EE-9397D4A6680C}" dt="2026-06-02T10:54:26.707" v="6904" actId="20577"/>
          <ac:spMkLst>
            <pc:docMk/>
            <pc:sldMk cId="1451935424" sldId="321"/>
            <ac:spMk id="8" creationId="{88832802-AB36-F91C-83F7-266433E37FC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813A455-1757-95E5-647F-1F405294A3F9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a-DK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ＭＳ Ｐゴシック" pitchFamily="4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501E908-47DF-2732-8DA4-237AB7C8F4A6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a-DK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ＭＳ Ｐゴシック" pitchFamily="48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B6857EE-1B4A-5B17-5E4C-59B3188D220C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a-DK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ＭＳ Ｐゴシック" pitchFamily="48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FE57942-F785-6764-0F7F-D6EBB16DA18A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EBC6838-7389-48F2-A3DB-6AFF69F38794}" type="slidenum">
              <a:t>‹#›</a:t>
            </a:fld>
            <a:endParaRPr lang="da-DK" sz="12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ＭＳ Ｐゴシック" pitchFamily="48"/>
            </a:endParaRPr>
          </a:p>
        </p:txBody>
      </p:sp>
    </p:spTree>
    <p:extLst>
      <p:ext uri="{BB962C8B-B14F-4D97-AF65-F5344CB8AC3E}">
        <p14:creationId xmlns:p14="http://schemas.microsoft.com/office/powerpoint/2010/main" val="28220307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A5DE1F9-299C-1BC8-4215-EECA0F14488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a-DK" sz="12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ＭＳ Ｐゴシック" pitchFamily="48"/>
              </a:defRPr>
            </a:lvl1pPr>
          </a:lstStyle>
          <a:p>
            <a:pPr lvl="0"/>
            <a:endParaRPr lang="da-DK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CE6DFFE-0229-11D9-2C2D-5E15BAE8CF7E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a-DK" sz="12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ＭＳ Ｐゴシック" pitchFamily="48"/>
              </a:defRPr>
            </a:lvl1pPr>
          </a:lstStyle>
          <a:p>
            <a:pPr lvl="0"/>
            <a:endParaRPr lang="da-DK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55E46B2-305E-60DC-96FB-7D3DD6F23B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4" y="685800"/>
            <a:ext cx="6092820" cy="3429000"/>
          </a:xfrm>
          <a:prstGeom prst="rect">
            <a:avLst/>
          </a:prstGeom>
          <a:noFill/>
          <a:ln w="9528">
            <a:solidFill>
              <a:srgbClr val="000000"/>
            </a:solidFill>
            <a:prstDash val="solid"/>
            <a:miter/>
          </a:ln>
        </p:spPr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4A58FF3-91B0-4BDF-AC1C-DE1FA12734FB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da-DK"/>
              <a:t>Click to edit Master text styles</a:t>
            </a:r>
          </a:p>
          <a:p>
            <a:pPr lvl="1"/>
            <a:r>
              <a:rPr lang="da-DK"/>
              <a:t>Second level</a:t>
            </a:r>
          </a:p>
          <a:p>
            <a:pPr lvl="2"/>
            <a:r>
              <a:rPr lang="da-DK"/>
              <a:t>Third level</a:t>
            </a:r>
          </a:p>
          <a:p>
            <a:pPr lvl="3"/>
            <a:r>
              <a:rPr lang="da-DK"/>
              <a:t>Fourth level</a:t>
            </a:r>
          </a:p>
          <a:p>
            <a:pPr lvl="4"/>
            <a:r>
              <a:rPr lang="da-DK"/>
              <a:t>Fifth level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8B92F90-3D75-85E8-D72E-956B8FC5433D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a-DK" sz="12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ＭＳ Ｐゴシック" pitchFamily="48"/>
              </a:defRPr>
            </a:lvl1pPr>
          </a:lstStyle>
          <a:p>
            <a:pPr lvl="0"/>
            <a:endParaRPr lang="da-DK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F7CF3D3-F747-84F1-2B53-1537F9E4001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a-DK" sz="1200" b="0" i="0" u="none" strike="noStrike" kern="1200" cap="none" spc="0" baseline="0">
                <a:solidFill>
                  <a:srgbClr val="000000"/>
                </a:solidFill>
                <a:uFillTx/>
                <a:latin typeface="Arial" pitchFamily="34"/>
                <a:ea typeface="ＭＳ Ｐゴシック" pitchFamily="48"/>
              </a:defRPr>
            </a:lvl1pPr>
          </a:lstStyle>
          <a:p>
            <a:pPr lvl="0"/>
            <a:fld id="{35874D30-8E33-471E-BCF8-052DFE5E65CF}" type="slidenum"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51201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400"/>
      </a:spcBef>
      <a:spcAft>
        <a:spcPts val="0"/>
      </a:spcAft>
      <a:buNone/>
      <a:tabLst/>
      <a:defRPr lang="da-DK" sz="1200" b="0" i="0" u="none" strike="noStrike" kern="1200" cap="none" spc="0" baseline="0">
        <a:solidFill>
          <a:srgbClr val="000000"/>
        </a:solidFill>
        <a:uFillTx/>
        <a:latin typeface="Arial" pitchFamily="34"/>
        <a:ea typeface="ＭＳ Ｐゴシック" pitchFamily="48"/>
      </a:defRPr>
    </a:lvl1pPr>
    <a:lvl2pPr marL="457200" marR="0" lvl="1" indent="0" algn="l" defTabSz="914400" rtl="0" fontAlgn="auto" hangingPunct="1">
      <a:lnSpc>
        <a:spcPct val="100000"/>
      </a:lnSpc>
      <a:spcBef>
        <a:spcPts val="400"/>
      </a:spcBef>
      <a:spcAft>
        <a:spcPts val="0"/>
      </a:spcAft>
      <a:buNone/>
      <a:tabLst/>
      <a:defRPr lang="da-DK" sz="1200" b="0" i="0" u="none" strike="noStrike" kern="1200" cap="none" spc="0" baseline="0">
        <a:solidFill>
          <a:srgbClr val="000000"/>
        </a:solidFill>
        <a:uFillTx/>
        <a:latin typeface="Arial" pitchFamily="34"/>
        <a:ea typeface="ＭＳ Ｐゴシック" pitchFamily="48"/>
      </a:defRPr>
    </a:lvl2pPr>
    <a:lvl3pPr marL="914400" marR="0" lvl="2" indent="0" algn="l" defTabSz="914400" rtl="0" fontAlgn="auto" hangingPunct="1">
      <a:lnSpc>
        <a:spcPct val="100000"/>
      </a:lnSpc>
      <a:spcBef>
        <a:spcPts val="400"/>
      </a:spcBef>
      <a:spcAft>
        <a:spcPts val="0"/>
      </a:spcAft>
      <a:buNone/>
      <a:tabLst/>
      <a:defRPr lang="da-DK" sz="1200" b="0" i="0" u="none" strike="noStrike" kern="1200" cap="none" spc="0" baseline="0">
        <a:solidFill>
          <a:srgbClr val="000000"/>
        </a:solidFill>
        <a:uFillTx/>
        <a:latin typeface="Arial" pitchFamily="34"/>
        <a:ea typeface="ＭＳ Ｐゴシック" pitchFamily="48"/>
      </a:defRPr>
    </a:lvl3pPr>
    <a:lvl4pPr marL="1371600" marR="0" lvl="3" indent="0" algn="l" defTabSz="914400" rtl="0" fontAlgn="auto" hangingPunct="1">
      <a:lnSpc>
        <a:spcPct val="100000"/>
      </a:lnSpc>
      <a:spcBef>
        <a:spcPts val="400"/>
      </a:spcBef>
      <a:spcAft>
        <a:spcPts val="0"/>
      </a:spcAft>
      <a:buNone/>
      <a:tabLst/>
      <a:defRPr lang="da-DK" sz="1200" b="0" i="0" u="none" strike="noStrike" kern="1200" cap="none" spc="0" baseline="0">
        <a:solidFill>
          <a:srgbClr val="000000"/>
        </a:solidFill>
        <a:uFillTx/>
        <a:latin typeface="Arial" pitchFamily="34"/>
        <a:ea typeface="ＭＳ Ｐゴシック" pitchFamily="48"/>
      </a:defRPr>
    </a:lvl4pPr>
    <a:lvl5pPr marL="1828800" marR="0" lvl="4" indent="0" algn="l" defTabSz="914400" rtl="0" fontAlgn="auto" hangingPunct="1">
      <a:lnSpc>
        <a:spcPct val="100000"/>
      </a:lnSpc>
      <a:spcBef>
        <a:spcPts val="400"/>
      </a:spcBef>
      <a:spcAft>
        <a:spcPts val="0"/>
      </a:spcAft>
      <a:buNone/>
      <a:tabLst/>
      <a:defRPr lang="da-DK" sz="1200" b="0" i="0" u="none" strike="noStrike" kern="1200" cap="none" spc="0" baseline="0">
        <a:solidFill>
          <a:srgbClr val="000000"/>
        </a:solidFill>
        <a:uFillTx/>
        <a:latin typeface="Arial" pitchFamily="34"/>
        <a:ea typeface="ＭＳ Ｐゴシック" pitchFamily="4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FC7765-ACFC-A4F6-2354-D675ECC8C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2FC48-7EBE-D0D5-E7A8-50AC6789DD9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0526E-DEED-3FAC-B79B-047356AE4B1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DEF7E6C9-F1B8-4EAA-870C-7A94A8D4120A}" type="slidenum">
              <a:t>1</a:t>
            </a:fld>
            <a:endParaRPr lang="da-DK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7945A-F735-06B6-1406-469A56730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DF0FE5-AEA8-CF24-A3A7-43BA4142A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9FB7F2-E3A7-9FDB-3581-03E6EE91C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Why do we need renewable fuels? Where is it needed? Decarbonization of hard-to-abate; shipping and aviation.</a:t>
            </a:r>
          </a:p>
          <a:p>
            <a:pPr marL="228600" indent="-228600">
              <a:buAutoNum type="arabicPeriod"/>
            </a:pPr>
            <a:r>
              <a:rPr lang="en-US" dirty="0"/>
              <a:t>What are the challenges that renewable fuel production is facing? What are the opportunities? Stable contracted revenue with potential for extra on spot markets.</a:t>
            </a:r>
          </a:p>
          <a:p>
            <a:pPr marL="228600" indent="-228600">
              <a:buAutoNum type="arabicPeriod"/>
            </a:pPr>
            <a:r>
              <a:rPr lang="en-US" dirty="0"/>
              <a:t>What is the tradeoff of contracting/ not contracting fuel production? How does this carry-over to financing conditions?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B5535-A291-6A02-4D0E-B7658A2574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35874D30-8E33-471E-BCF8-052DFE5E65CF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30363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48487-4A28-FDEE-E4D2-90129C3A7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9014C1-C224-6190-160A-80C1453BC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EFCC6-BFE6-6FE5-E3CA-BA6B4E3D2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Why do we need renewable fuels? Where is it needed? Decarbonization of hard-to-abate; shipping and aviation.</a:t>
            </a:r>
          </a:p>
          <a:p>
            <a:pPr marL="228600" indent="-228600">
              <a:buAutoNum type="arabicPeriod"/>
            </a:pPr>
            <a:r>
              <a:rPr lang="en-US" dirty="0"/>
              <a:t>What are the challenges that renewable fuel production is facing? What are the opportunities? Stable contracted revenue with potential for extra on spot markets.</a:t>
            </a:r>
          </a:p>
          <a:p>
            <a:pPr marL="228600" indent="-228600">
              <a:buAutoNum type="arabicPeriod"/>
            </a:pPr>
            <a:r>
              <a:rPr lang="en-US" dirty="0"/>
              <a:t>What is the tradeoff of contracting/ not contracting fuel production? How does this carry-over to financing conditions?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B1E43-1E0D-87AD-FF91-E143C6B78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35874D30-8E33-471E-BCF8-052DFE5E65CF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45043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18097-6566-6231-517D-603F564D5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77F5A-EEBF-3F0F-CC40-BDCD3557F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53A689-0EE8-7048-4AC2-11BCA5F7E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Why do we need renewable fuels? Where is it needed? Decarbonization of hard-to-abate; shipping and aviation.</a:t>
            </a:r>
          </a:p>
          <a:p>
            <a:pPr marL="228600" indent="-228600">
              <a:buAutoNum type="arabicPeriod"/>
            </a:pPr>
            <a:r>
              <a:rPr lang="en-US" dirty="0"/>
              <a:t>What are the challenges that renewable fuel production is facing? What are the opportunities? Stable contracted revenue with potential for extra on spot markets.</a:t>
            </a:r>
          </a:p>
          <a:p>
            <a:pPr marL="228600" indent="-228600">
              <a:buAutoNum type="arabicPeriod"/>
            </a:pPr>
            <a:r>
              <a:rPr lang="en-US" dirty="0"/>
              <a:t>What is the tradeoff of contracting/ not contracting fuel production? How does this carry-over to financing conditions?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B922F-611E-5D83-731B-0C4D08820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35874D30-8E33-471E-BCF8-052DFE5E65CF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30539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390AB-FFBC-FCAB-49DE-2713B1BD4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6161D2-1EE5-A056-8584-23A8BFD30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0701B2-8F65-525F-59AC-D666C479A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Why do we need renewable fuels? Where is it needed? Decarbonization of hard-to-abate; shipping and aviation.</a:t>
            </a:r>
          </a:p>
          <a:p>
            <a:pPr marL="228600" indent="-228600">
              <a:buAutoNum type="arabicPeriod"/>
            </a:pPr>
            <a:r>
              <a:rPr lang="en-US" dirty="0"/>
              <a:t>What are the challenges that renewable fuel production is facing? What are the opportunities? Stable contracted revenue with potential for extra on spot markets.</a:t>
            </a:r>
          </a:p>
          <a:p>
            <a:pPr marL="228600" indent="-228600">
              <a:buAutoNum type="arabicPeriod"/>
            </a:pPr>
            <a:r>
              <a:rPr lang="en-US" dirty="0"/>
              <a:t>What is the tradeoff of contracting/ not contracting fuel production? How does this carry-over to financing conditions?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2E9A5-4DCA-DE63-0CEF-5C6897A14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35874D30-8E33-471E-BCF8-052DFE5E65CF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62867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linear mathematical model of plant. Discuss briefly simple mathematical formulation and the resulting very flexible plant.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35874D30-8E33-471E-BCF8-052DFE5E65CF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41269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9250D-EB53-A637-322E-CACA12F17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62EE92-1E3B-C8E1-36D3-14388258A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7C5B5-7B7D-8520-9AFA-2C5B4E0C0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linear mathematical model of plant. Discuss briefly simple mathematical formulation and the resulting very flexible plant.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D6618-9A4A-FD2A-3387-88D8607C2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35874D30-8E33-471E-BCF8-052DFE5E65CF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43254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49AC2-8DA9-7F9F-A36D-0B48B3F71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2C231-9B73-427B-36B7-98F52430F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AAA38-B2A5-FB78-3C60-CDD6427F7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linear mathematical model of plant. Discuss briefly simple mathematical formulation and the resulting very flexible plant.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700E0-1BBB-B3E6-A749-69100759D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35874D30-8E33-471E-BCF8-052DFE5E65CF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04430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9164E-2BC6-69F6-FDF5-8A3B6A81A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E7BB4-ECED-205C-6331-28C020D13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CB532-7342-43E4-E206-B1CDAE96C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linear mathematical model of plant. Discuss briefly simple mathematical formulation and the resulting very flexible plant.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D8110-5E5B-CD5D-A722-E06477D18B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35874D30-8E33-471E-BCF8-052DFE5E65CF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991658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3F4F1-D7A2-E461-74C2-1A978FD80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AC351E-9284-E3AE-E20F-089EE5E89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DFA179-61E0-4B82-4856-ACE89B263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Why do we need renewable fuels? Where is it needed? Decarbonization of hard-to-abate; shipping and aviation.</a:t>
            </a:r>
          </a:p>
          <a:p>
            <a:pPr marL="228600" indent="-228600">
              <a:buAutoNum type="arabicPeriod"/>
            </a:pPr>
            <a:r>
              <a:rPr lang="en-US" dirty="0"/>
              <a:t>What are the challenges that renewable fuel production is facing? What are the opportunities? Stable contracted revenue with potential for extra on spot markets.</a:t>
            </a:r>
          </a:p>
          <a:p>
            <a:pPr marL="228600" indent="-228600">
              <a:buAutoNum type="arabicPeriod"/>
            </a:pPr>
            <a:r>
              <a:rPr lang="en-US" dirty="0"/>
              <a:t>What is the tradeoff of contracting/ not contracting fuel production? How does this carry-over to financing conditions?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3BC5D-C787-5D43-A13A-C8BA98CF1F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35874D30-8E33-471E-BCF8-052DFE5E65CF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715219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A6F0E-C59E-5F0E-5696-ACA02BB7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6C1B59-6738-5AC8-C3ED-F0B3DBF4F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281B4-400D-5504-5D5E-B76CBBF1C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Why do we need renewable fuels? Where is it needed? Decarbonization of hard-to-abate; shipping and aviation.</a:t>
            </a:r>
          </a:p>
          <a:p>
            <a:pPr marL="228600" indent="-228600">
              <a:buAutoNum type="arabicPeriod"/>
            </a:pPr>
            <a:r>
              <a:rPr lang="en-US" dirty="0"/>
              <a:t>What are the challenges that renewable fuel production is facing? What are the opportunities? Stable contracted revenue with potential for extra on spot markets.</a:t>
            </a:r>
          </a:p>
          <a:p>
            <a:pPr marL="228600" indent="-228600">
              <a:buAutoNum type="arabicPeriod"/>
            </a:pPr>
            <a:r>
              <a:rPr lang="en-US" dirty="0"/>
              <a:t>What is the tradeoff of contracting/ not contracting fuel production? How does this carry-over to financing conditions?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A9719-A8C0-882F-9F89-DCC579524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35874D30-8E33-471E-BCF8-052DFE5E65CF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20227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ont A">
    <p:bg>
      <p:bgPr>
        <a:solidFill>
          <a:srgbClr val="171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F382A6A-F9E5-4645-5C05-B4AEE5698FF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4B34ADF8-AC44-4F31-9E42-51920BD3F413}" type="slidenum">
              <a:t>‹#›</a:t>
            </a:fld>
            <a:endParaRPr lang="en-GB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D99088CF-F330-0C74-E440-BB0F9C9820E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a-DK"/>
              <a:t>06/02-2026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2286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ont 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4093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940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D7BEE1-149E-C95D-B175-A0D2E7A9D16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a-DK"/>
              <a:t>06/02-2026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644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6084AB5-56F0-3EE1-5F54-4E2776BA26E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CC2FE578-AFA4-4C64-918C-31B4C518C2C2}" type="slidenum">
              <a:t>‹#›</a:t>
            </a:fld>
            <a:endParaRPr lang="en-GB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F383AE5-C36B-F22F-C7C0-DD12510426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a-DK"/>
              <a:t>06/02-2026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232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96D77AC-B941-0F32-0593-96107B38DAD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323E1218-B129-4732-98F4-A2DF8357E2D7}" type="slidenum">
              <a:t>‹#›</a:t>
            </a:fld>
            <a:endParaRPr lang="en-GB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5FB77A9-24F0-CDC1-2790-845319E3B5B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a-DK"/>
              <a:t>06/02-2026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5616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4">
            <a:extLst>
              <a:ext uri="{FF2B5EF4-FFF2-40B4-BE49-F238E27FC236}">
                <a16:creationId xmlns:a16="http://schemas.microsoft.com/office/drawing/2014/main" id="{A57A22DA-630F-6A4A-07BC-029F7CDB64C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8197852" y="4406895"/>
            <a:ext cx="3740398" cy="1844673"/>
          </a:xfrm>
        </p:spPr>
        <p:txBody>
          <a:bodyPr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spcBef>
                <a:spcPts val="300"/>
              </a:spcBef>
              <a:defRPr sz="1200"/>
            </a:lvl3pPr>
            <a:lvl4pPr>
              <a:spcBef>
                <a:spcPts val="300"/>
              </a:spcBef>
              <a:defRPr sz="1200"/>
            </a:lvl4pPr>
            <a:lvl5pPr>
              <a:spcBef>
                <a:spcPts val="300"/>
              </a:spcBef>
              <a:defRPr sz="1200"/>
            </a:lvl5pPr>
            <a:lvl6pPr>
              <a:spcBef>
                <a:spcPts val="300"/>
              </a:spcBef>
              <a:defRPr lang="en-GB" sz="1200"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endParaRPr lang="en-GB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C1875630-E394-AEFA-93A2-A62950240CD0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247646" y="1546277"/>
            <a:ext cx="3740398" cy="2664003"/>
          </a:xfrm>
        </p:spPr>
        <p:txBody>
          <a:bodyPr anchorCtr="1"/>
          <a:lstStyle>
            <a:lvl1pPr marL="0" indent="0" algn="ctr">
              <a:spcBef>
                <a:spcPts val="300"/>
              </a:spcBef>
              <a:buNone/>
              <a:defRPr lang="en-GB" sz="1200"/>
            </a:lvl1pPr>
          </a:lstStyle>
          <a:p>
            <a:pPr lvl="0"/>
            <a:r>
              <a:rPr lang="en-GB"/>
              <a:t>Click the placeholder and paste image via Skyfish icon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F143F8B5-581A-A1FB-E4A8-6914AA537B46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223147" y="1548582"/>
            <a:ext cx="3740398" cy="2664003"/>
          </a:xfrm>
        </p:spPr>
        <p:txBody>
          <a:bodyPr anchorCtr="1"/>
          <a:lstStyle>
            <a:lvl1pPr marL="0" indent="0" algn="ctr">
              <a:spcBef>
                <a:spcPts val="300"/>
              </a:spcBef>
              <a:buNone/>
              <a:defRPr lang="en-GB" sz="1200"/>
            </a:lvl1pPr>
          </a:lstStyle>
          <a:p>
            <a:pPr lvl="0"/>
            <a:r>
              <a:rPr lang="en-GB"/>
              <a:t>Click the placeholder and paste image via Skyfish icon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8CBC0B9A-BF18-696E-7DF1-64A053C9BCC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8198647" y="1546277"/>
            <a:ext cx="3740398" cy="2664003"/>
          </a:xfrm>
        </p:spPr>
        <p:txBody>
          <a:bodyPr anchorCtr="1"/>
          <a:lstStyle>
            <a:lvl1pPr marL="0" indent="0" algn="ctr">
              <a:spcBef>
                <a:spcPts val="300"/>
              </a:spcBef>
              <a:buNone/>
              <a:defRPr lang="en-GB" sz="1200"/>
            </a:lvl1pPr>
          </a:lstStyle>
          <a:p>
            <a:pPr lvl="0"/>
            <a:r>
              <a:rPr lang="en-GB"/>
              <a:t>Click the placeholder and paste image via Skyfish icon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E0AC0D45-E829-EE32-ED00-6DEAF60B70D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r>
              <a:rPr lang="en-US"/>
              <a:t>Integrating long-term contractual commitments into the operational planning of a renewable fuel plant</a:t>
            </a:r>
            <a:endParaRPr lang="en-GB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9EC5CC7-93EF-0738-BE02-B0A5F75A260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D2CA122-0C0D-4FC3-AF97-5C1DE045CC59}" type="slidenum">
              <a:t>‹#›</a:t>
            </a:fld>
            <a:endParaRPr lang="en-GB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9D642E89-28AB-06E3-0C63-DBB15340509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a-DK"/>
              <a:t>06/02-2026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2497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099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827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63235FDE-1012-A305-305C-93B5C7873E06}"/>
              </a:ext>
            </a:extLst>
          </p:cNvPr>
          <p:cNvSpPr/>
          <p:nvPr/>
        </p:nvSpPr>
        <p:spPr>
          <a:xfrm>
            <a:off x="0" y="0"/>
            <a:ext cx="12193203" cy="6861602"/>
          </a:xfrm>
          <a:prstGeom prst="rect">
            <a:avLst/>
          </a:prstGeom>
          <a:solidFill>
            <a:srgbClr val="17174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>
              <a:solidFill>
                <a:srgbClr val="000000"/>
              </a:solidFill>
              <a:uFillTx/>
              <a:latin typeface="Arial" pitchFamily="34"/>
              <a:ea typeface="ＭＳ Ｐゴシック" pitchFamily="48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9773F8-0DBC-27F5-6FF2-C24A0CC6BD3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0" y="6912004"/>
            <a:ext cx="0" cy="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da-DK"/>
              <a:t>06/02-2026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380BF-7B41-CCF3-8E63-B026159CE1C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0" y="6912004"/>
            <a:ext cx="0" cy="0"/>
          </a:xfrm>
        </p:spPr>
        <p:txBody>
          <a:bodyPr/>
          <a:lstStyle>
            <a:lvl1pPr>
              <a:defRPr lang="en-GB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Integrating long-term contractual commitments into the operational planning of a renewable fuel plant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625BEB-09A3-4BA5-5CAE-62AD009884F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6912004"/>
            <a:ext cx="0" cy="0"/>
          </a:xfrm>
        </p:spPr>
        <p:txBody>
          <a:bodyPr/>
          <a:lstStyle>
            <a:lvl1pPr>
              <a:defRPr lang="en-GB">
                <a:solidFill>
                  <a:srgbClr val="000000"/>
                </a:solidFill>
              </a:defRPr>
            </a:lvl1pPr>
          </a:lstStyle>
          <a:p>
            <a:pPr lvl="0"/>
            <a:fld id="{B63EFC2F-2747-4AA6-BBAF-375BAEEAA35E}" type="slidenum">
              <a:t>‹#›</a:t>
            </a:fld>
            <a:endParaRPr lang="en-GB"/>
          </a:p>
        </p:txBody>
      </p:sp>
      <p:sp>
        <p:nvSpPr>
          <p:cNvPr id="6" name="Logo color">
            <a:extLst>
              <a:ext uri="{FF2B5EF4-FFF2-40B4-BE49-F238E27FC236}">
                <a16:creationId xmlns:a16="http://schemas.microsoft.com/office/drawing/2014/main" id="{8B9114D2-17AF-19FE-EFF7-DC39315EDB81}"/>
              </a:ext>
            </a:extLst>
          </p:cNvPr>
          <p:cNvSpPr/>
          <p:nvPr/>
        </p:nvSpPr>
        <p:spPr>
          <a:xfrm>
            <a:off x="4870542" y="1651369"/>
            <a:ext cx="2388321" cy="348335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933949"/>
              <a:gd name="f7" fmla="val 7196138"/>
              <a:gd name="f8" fmla="val 1050029"/>
              <a:gd name="f9" fmla="val 6094413"/>
              <a:gd name="f10" fmla="val 2409664"/>
              <a:gd name="f11" fmla="val 6623557"/>
              <a:gd name="f12" fmla="val 2524285"/>
              <a:gd name="f13" fmla="val 3883920"/>
              <a:gd name="f14" fmla="val 6645934"/>
              <a:gd name="f15" fmla="val 6668311"/>
              <a:gd name="f16" fmla="val 4730750"/>
              <a:gd name="f17" fmla="val 5260657"/>
              <a:gd name="f18" fmla="val 5283066"/>
              <a:gd name="f19" fmla="val 5834063"/>
              <a:gd name="f20" fmla="val 5305475"/>
              <a:gd name="f21" fmla="val 3368675"/>
              <a:gd name="f22" fmla="val 3898582"/>
              <a:gd name="f23" fmla="val 3920991"/>
              <a:gd name="f24" fmla="val 4471988"/>
              <a:gd name="f25" fmla="val 3943400"/>
              <a:gd name="f26" fmla="val 678543"/>
              <a:gd name="f27" fmla="val 305710"/>
              <a:gd name="f28" fmla="val 2307316"/>
              <a:gd name="f29" fmla="val 909109"/>
              <a:gd name="f30" fmla="val 1011875"/>
              <a:gd name="f31" fmla="val 1072481"/>
              <a:gd name="f32" fmla="val 2291503"/>
              <a:gd name="f33" fmla="val 1119911"/>
              <a:gd name="f34" fmla="val 2234842"/>
              <a:gd name="f35" fmla="val 1192375"/>
              <a:gd name="f36" fmla="val 2147873"/>
              <a:gd name="f37" fmla="val 1198962"/>
              <a:gd name="f38" fmla="val 1971299"/>
              <a:gd name="f39" fmla="val 1615517"/>
              <a:gd name="f40" fmla="val 996191"/>
              <a:gd name="f41" fmla="val 641727"/>
              <a:gd name="f42" fmla="val 465153"/>
              <a:gd name="f43" fmla="val 378184"/>
              <a:gd name="f44" fmla="val 321522"/>
              <a:gd name="f45" fmla="val 1842869"/>
              <a:gd name="f46" fmla="val 3073618"/>
              <a:gd name="f47" fmla="val 3093384"/>
              <a:gd name="f48" fmla="val 3105243"/>
              <a:gd name="f49" fmla="val 5271"/>
              <a:gd name="f50" fmla="val 3114467"/>
              <a:gd name="f51" fmla="val 14495"/>
              <a:gd name="f52" fmla="val 3122374"/>
              <a:gd name="f53" fmla="val 22401"/>
              <a:gd name="f54" fmla="val 3128962"/>
              <a:gd name="f55" fmla="val 34261"/>
              <a:gd name="f56" fmla="val 54027"/>
              <a:gd name="f57" fmla="val 275402"/>
              <a:gd name="f58" fmla="val 295168"/>
              <a:gd name="f59" fmla="val 307028"/>
              <a:gd name="f60" fmla="val 314934"/>
              <a:gd name="f61" fmla="val 324158"/>
              <a:gd name="f62" fmla="val 329429"/>
              <a:gd name="f63" fmla="val 2679620"/>
              <a:gd name="f64" fmla="val 2558999"/>
              <a:gd name="f65" fmla="val 2578765"/>
              <a:gd name="f66" fmla="val 2674349"/>
              <a:gd name="f67" fmla="val 2590624"/>
              <a:gd name="f68" fmla="val 2665125"/>
              <a:gd name="f69" fmla="val 2598530"/>
              <a:gd name="f70" fmla="val 2657219"/>
              <a:gd name="f71" fmla="val 2607755"/>
              <a:gd name="f72" fmla="val 2645360"/>
              <a:gd name="f73" fmla="val 2613025"/>
              <a:gd name="f74" fmla="val 2625594"/>
              <a:gd name="f75" fmla="val 2290893"/>
              <a:gd name="f76" fmla="val 2271128"/>
              <a:gd name="f77" fmla="val 2259268"/>
              <a:gd name="f78" fmla="val 2250044"/>
              <a:gd name="f79" fmla="val 2240820"/>
              <a:gd name="f80" fmla="val 2235549"/>
              <a:gd name="f81" fmla="val 1823104"/>
              <a:gd name="f82" fmla="val 1811244"/>
              <a:gd name="f83" fmla="val 1802020"/>
              <a:gd name="f84" fmla="val 1792796"/>
              <a:gd name="f85" fmla="val 1787525"/>
              <a:gd name="f86" fmla="val 317544"/>
              <a:gd name="f87" fmla="val 972349"/>
              <a:gd name="f88" fmla="val 1226630"/>
              <a:gd name="f89" fmla="val 1382097"/>
              <a:gd name="f90" fmla="val 57980"/>
              <a:gd name="f91" fmla="val 1476958"/>
              <a:gd name="f92" fmla="val 179209"/>
              <a:gd name="f93" fmla="val 1615298"/>
              <a:gd name="f94" fmla="val 345241"/>
              <a:gd name="f95" fmla="val 1619250"/>
              <a:gd name="f96" fmla="val 614055"/>
              <a:gd name="f97" fmla="val 1025181"/>
              <a:gd name="f98" fmla="val 1587845"/>
              <a:gd name="f99" fmla="val 1998971"/>
              <a:gd name="f100" fmla="val 2267784"/>
              <a:gd name="f101" fmla="val 2433816"/>
              <a:gd name="f102" fmla="val 2555046"/>
              <a:gd name="f103" fmla="val 297781"/>
              <a:gd name="f104" fmla="val 285923"/>
              <a:gd name="f105" fmla="val 278018"/>
              <a:gd name="f106" fmla="val 268795"/>
              <a:gd name="f107" fmla="val 263525"/>
              <a:gd name="f108" fmla="val 3359213"/>
              <a:gd name="f109" fmla="val 3664991"/>
              <a:gd name="f110" fmla="val 3684762"/>
              <a:gd name="f111" fmla="val 3696624"/>
              <a:gd name="f112" fmla="val 5272"/>
              <a:gd name="f113" fmla="val 3705850"/>
              <a:gd name="f114" fmla="val 14497"/>
              <a:gd name="f115" fmla="val 3715076"/>
              <a:gd name="f116" fmla="val 22405"/>
              <a:gd name="f117" fmla="val 3720348"/>
              <a:gd name="f118" fmla="val 34266"/>
              <a:gd name="f119" fmla="val 54035"/>
              <a:gd name="f120" fmla="val 1903062"/>
              <a:gd name="f121" fmla="val 2103384"/>
              <a:gd name="f122" fmla="val 3738800"/>
              <a:gd name="f123" fmla="val 2214089"/>
              <a:gd name="f124" fmla="val 3798111"/>
              <a:gd name="f125" fmla="val 2279984"/>
              <a:gd name="f126" fmla="val 3841605"/>
              <a:gd name="f127" fmla="val 2328747"/>
              <a:gd name="f128" fmla="val 3899597"/>
              <a:gd name="f129" fmla="val 2349833"/>
              <a:gd name="f130" fmla="val 3976042"/>
              <a:gd name="f131" fmla="val 4060395"/>
              <a:gd name="f132" fmla="val 4121023"/>
              <a:gd name="f133" fmla="val 2326111"/>
              <a:gd name="f134" fmla="val 4163200"/>
              <a:gd name="f135" fmla="val 4226464"/>
              <a:gd name="f136" fmla="val 2211453"/>
              <a:gd name="f137" fmla="val 4240963"/>
              <a:gd name="f138" fmla="val 2096795"/>
              <a:gd name="f139" fmla="val 4246235"/>
              <a:gd name="f140" fmla="val 4255461"/>
              <a:gd name="f141" fmla="val 4263369"/>
              <a:gd name="f142" fmla="val 4276549"/>
              <a:gd name="f143" fmla="val 4295001"/>
              <a:gd name="f144" fmla="val 4602098"/>
              <a:gd name="f145" fmla="val 4621868"/>
              <a:gd name="f146" fmla="val 4633730"/>
              <a:gd name="f147" fmla="val 4641638"/>
              <a:gd name="f148" fmla="val 4650864"/>
              <a:gd name="f149" fmla="val 4656136"/>
              <a:gd name="f150" fmla="val 1904380"/>
              <a:gd name="f151" fmla="val 2153465"/>
              <a:gd name="f152" fmla="val 4627140"/>
              <a:gd name="f153" fmla="val 2319521"/>
              <a:gd name="f154" fmla="val 4507201"/>
              <a:gd name="f155" fmla="val 2459220"/>
              <a:gd name="f156" fmla="val 4405714"/>
              <a:gd name="f157" fmla="val 2577832"/>
              <a:gd name="f158" fmla="val 4239645"/>
              <a:gd name="f159" fmla="val 2646363"/>
              <a:gd name="f160" fmla="val 3981314"/>
              <a:gd name="f161" fmla="val 3726938"/>
              <a:gd name="f162" fmla="val 3559550"/>
              <a:gd name="f163" fmla="val 2581786"/>
              <a:gd name="f164" fmla="val 3447519"/>
              <a:gd name="f165" fmla="val 3340760"/>
              <a:gd name="f166" fmla="val 2341926"/>
              <a:gd name="f167" fmla="val 3305174"/>
              <a:gd name="f168" fmla="val 2173233"/>
              <a:gd name="f169" fmla="val 3310446"/>
              <a:gd name="f170" fmla="val 3318354"/>
              <a:gd name="f171" fmla="val 3327580"/>
              <a:gd name="f172" fmla="val 3339442"/>
              <a:gd name="f173" fmla="+- 0 0 -90"/>
              <a:gd name="f174" fmla="*/ f3 1 4933949"/>
              <a:gd name="f175" fmla="*/ f4 1 7196138"/>
              <a:gd name="f176" fmla="val f5"/>
              <a:gd name="f177" fmla="val f6"/>
              <a:gd name="f178" fmla="val f7"/>
              <a:gd name="f179" fmla="*/ f173 f0 1"/>
              <a:gd name="f180" fmla="+- f178 0 f176"/>
              <a:gd name="f181" fmla="+- f177 0 f176"/>
              <a:gd name="f182" fmla="*/ f179 1 f2"/>
              <a:gd name="f183" fmla="*/ f181 1 4933949"/>
              <a:gd name="f184" fmla="*/ f180 1 7196138"/>
              <a:gd name="f185" fmla="*/ 1050029 f181 1"/>
              <a:gd name="f186" fmla="*/ 6094413 f180 1"/>
              <a:gd name="f187" fmla="*/ 3883920 f181 1"/>
              <a:gd name="f188" fmla="*/ 4933949 f181 1"/>
              <a:gd name="f189" fmla="*/ 6645934 f180 1"/>
              <a:gd name="f190" fmla="*/ 7196138 f180 1"/>
              <a:gd name="f191" fmla="*/ 0 f181 1"/>
              <a:gd name="f192" fmla="*/ 4730750 f180 1"/>
              <a:gd name="f193" fmla="*/ 5283066 f180 1"/>
              <a:gd name="f194" fmla="*/ 5834063 f180 1"/>
              <a:gd name="f195" fmla="*/ 3368675 f180 1"/>
              <a:gd name="f196" fmla="*/ 3920991 f180 1"/>
              <a:gd name="f197" fmla="*/ 4471988 f180 1"/>
              <a:gd name="f198" fmla="*/ 678543 f181 1"/>
              <a:gd name="f199" fmla="*/ 305710 f180 1"/>
              <a:gd name="f200" fmla="*/ 2307316 f180 1"/>
              <a:gd name="f201" fmla="*/ 909109 f181 1"/>
              <a:gd name="f202" fmla="*/ 1119911 f181 1"/>
              <a:gd name="f203" fmla="*/ 2234842 f180 1"/>
              <a:gd name="f204" fmla="*/ 1198962 f181 1"/>
              <a:gd name="f205" fmla="*/ 1615517 f180 1"/>
              <a:gd name="f206" fmla="*/ 996191 f180 1"/>
              <a:gd name="f207" fmla="*/ 378184 f180 1"/>
              <a:gd name="f208" fmla="*/ 1842869 f181 1"/>
              <a:gd name="f209" fmla="*/ 0 f180 1"/>
              <a:gd name="f210" fmla="*/ 3073618 f181 1"/>
              <a:gd name="f211" fmla="*/ 3114467 f181 1"/>
              <a:gd name="f212" fmla="*/ 14495 f180 1"/>
              <a:gd name="f213" fmla="*/ 3128962 f181 1"/>
              <a:gd name="f214" fmla="*/ 54027 f180 1"/>
              <a:gd name="f215" fmla="*/ 275402 f180 1"/>
              <a:gd name="f216" fmla="*/ 314934 f180 1"/>
              <a:gd name="f217" fmla="*/ 329429 f180 1"/>
              <a:gd name="f218" fmla="*/ 2679620 f181 1"/>
              <a:gd name="f219" fmla="*/ 2558999 f180 1"/>
              <a:gd name="f220" fmla="*/ 2665125 f181 1"/>
              <a:gd name="f221" fmla="*/ 2598530 f180 1"/>
              <a:gd name="f222" fmla="*/ 2625594 f181 1"/>
              <a:gd name="f223" fmla="*/ 2613025 f180 1"/>
              <a:gd name="f224" fmla="*/ 2290893 f181 1"/>
              <a:gd name="f225" fmla="*/ 2250044 f181 1"/>
              <a:gd name="f226" fmla="*/ 2235549 f181 1"/>
              <a:gd name="f227" fmla="*/ 1802020 f181 1"/>
              <a:gd name="f228" fmla="*/ 1787525 f181 1"/>
              <a:gd name="f229" fmla="*/ 317544 f181 1"/>
              <a:gd name="f230" fmla="*/ 972349 f181 1"/>
              <a:gd name="f231" fmla="*/ 1476958 f181 1"/>
              <a:gd name="f232" fmla="*/ 179209 f180 1"/>
              <a:gd name="f233" fmla="*/ 1619250 f181 1"/>
              <a:gd name="f234" fmla="*/ 1025181 f180 1"/>
              <a:gd name="f235" fmla="*/ 1587845 f180 1"/>
              <a:gd name="f236" fmla="*/ 2433816 f180 1"/>
              <a:gd name="f237" fmla="*/ 278018 f181 1"/>
              <a:gd name="f238" fmla="*/ 263525 f181 1"/>
              <a:gd name="f239" fmla="*/ 3359213 f181 1"/>
              <a:gd name="f240" fmla="*/ 3664991 f181 1"/>
              <a:gd name="f241" fmla="*/ 3705850 f181 1"/>
              <a:gd name="f242" fmla="*/ 14497 f180 1"/>
              <a:gd name="f243" fmla="*/ 3720348 f181 1"/>
              <a:gd name="f244" fmla="*/ 54035 f180 1"/>
              <a:gd name="f245" fmla="*/ 1903062 f180 1"/>
              <a:gd name="f246" fmla="*/ 3798111 f181 1"/>
              <a:gd name="f247" fmla="*/ 2279984 f180 1"/>
              <a:gd name="f248" fmla="*/ 3976042 f181 1"/>
              <a:gd name="f249" fmla="*/ 2349833 f180 1"/>
              <a:gd name="f250" fmla="*/ 4163200 f181 1"/>
              <a:gd name="f251" fmla="*/ 4240963 f181 1"/>
              <a:gd name="f252" fmla="*/ 4255461 f181 1"/>
              <a:gd name="f253" fmla="*/ 4295001 f181 1"/>
              <a:gd name="f254" fmla="*/ 4602098 f181 1"/>
              <a:gd name="f255" fmla="*/ 4641638 f181 1"/>
              <a:gd name="f256" fmla="*/ 4656136 f181 1"/>
              <a:gd name="f257" fmla="*/ 1904380 f180 1"/>
              <a:gd name="f258" fmla="*/ 4507201 f181 1"/>
              <a:gd name="f259" fmla="*/ 2459220 f180 1"/>
              <a:gd name="f260" fmla="*/ 3981314 f181 1"/>
              <a:gd name="f261" fmla="*/ 2646363 f180 1"/>
              <a:gd name="f262" fmla="*/ 3447519 f181 1"/>
              <a:gd name="f263" fmla="*/ 3305174 f181 1"/>
              <a:gd name="f264" fmla="*/ 3318354 f181 1"/>
              <a:gd name="f265" fmla="+- f182 0 f1"/>
              <a:gd name="f266" fmla="*/ f185 1 4933949"/>
              <a:gd name="f267" fmla="*/ f186 1 7196138"/>
              <a:gd name="f268" fmla="*/ f187 1 4933949"/>
              <a:gd name="f269" fmla="*/ f188 1 4933949"/>
              <a:gd name="f270" fmla="*/ f189 1 7196138"/>
              <a:gd name="f271" fmla="*/ f190 1 7196138"/>
              <a:gd name="f272" fmla="*/ f191 1 4933949"/>
              <a:gd name="f273" fmla="*/ f192 1 7196138"/>
              <a:gd name="f274" fmla="*/ f193 1 7196138"/>
              <a:gd name="f275" fmla="*/ f194 1 7196138"/>
              <a:gd name="f276" fmla="*/ f195 1 7196138"/>
              <a:gd name="f277" fmla="*/ f196 1 7196138"/>
              <a:gd name="f278" fmla="*/ f197 1 7196138"/>
              <a:gd name="f279" fmla="*/ f198 1 4933949"/>
              <a:gd name="f280" fmla="*/ f199 1 7196138"/>
              <a:gd name="f281" fmla="*/ f200 1 7196138"/>
              <a:gd name="f282" fmla="*/ f201 1 4933949"/>
              <a:gd name="f283" fmla="*/ f202 1 4933949"/>
              <a:gd name="f284" fmla="*/ f203 1 7196138"/>
              <a:gd name="f285" fmla="*/ f204 1 4933949"/>
              <a:gd name="f286" fmla="*/ f205 1 7196138"/>
              <a:gd name="f287" fmla="*/ f206 1 7196138"/>
              <a:gd name="f288" fmla="*/ f207 1 7196138"/>
              <a:gd name="f289" fmla="*/ f208 1 4933949"/>
              <a:gd name="f290" fmla="*/ f209 1 7196138"/>
              <a:gd name="f291" fmla="*/ f210 1 4933949"/>
              <a:gd name="f292" fmla="*/ f211 1 4933949"/>
              <a:gd name="f293" fmla="*/ f212 1 7196138"/>
              <a:gd name="f294" fmla="*/ f213 1 4933949"/>
              <a:gd name="f295" fmla="*/ f214 1 7196138"/>
              <a:gd name="f296" fmla="*/ f215 1 7196138"/>
              <a:gd name="f297" fmla="*/ f216 1 7196138"/>
              <a:gd name="f298" fmla="*/ f217 1 7196138"/>
              <a:gd name="f299" fmla="*/ f218 1 4933949"/>
              <a:gd name="f300" fmla="*/ f219 1 7196138"/>
              <a:gd name="f301" fmla="*/ f220 1 4933949"/>
              <a:gd name="f302" fmla="*/ f221 1 7196138"/>
              <a:gd name="f303" fmla="*/ f222 1 4933949"/>
              <a:gd name="f304" fmla="*/ f223 1 7196138"/>
              <a:gd name="f305" fmla="*/ f224 1 4933949"/>
              <a:gd name="f306" fmla="*/ f225 1 4933949"/>
              <a:gd name="f307" fmla="*/ f226 1 4933949"/>
              <a:gd name="f308" fmla="*/ f227 1 4933949"/>
              <a:gd name="f309" fmla="*/ f228 1 4933949"/>
              <a:gd name="f310" fmla="*/ f229 1 4933949"/>
              <a:gd name="f311" fmla="*/ f230 1 4933949"/>
              <a:gd name="f312" fmla="*/ f231 1 4933949"/>
              <a:gd name="f313" fmla="*/ f232 1 7196138"/>
              <a:gd name="f314" fmla="*/ f233 1 4933949"/>
              <a:gd name="f315" fmla="*/ f234 1 7196138"/>
              <a:gd name="f316" fmla="*/ f235 1 7196138"/>
              <a:gd name="f317" fmla="*/ f236 1 7196138"/>
              <a:gd name="f318" fmla="*/ f237 1 4933949"/>
              <a:gd name="f319" fmla="*/ f238 1 4933949"/>
              <a:gd name="f320" fmla="*/ f239 1 4933949"/>
              <a:gd name="f321" fmla="*/ f240 1 4933949"/>
              <a:gd name="f322" fmla="*/ f241 1 4933949"/>
              <a:gd name="f323" fmla="*/ f242 1 7196138"/>
              <a:gd name="f324" fmla="*/ f243 1 4933949"/>
              <a:gd name="f325" fmla="*/ f244 1 7196138"/>
              <a:gd name="f326" fmla="*/ f245 1 7196138"/>
              <a:gd name="f327" fmla="*/ f246 1 4933949"/>
              <a:gd name="f328" fmla="*/ f247 1 7196138"/>
              <a:gd name="f329" fmla="*/ f248 1 4933949"/>
              <a:gd name="f330" fmla="*/ f249 1 7196138"/>
              <a:gd name="f331" fmla="*/ f250 1 4933949"/>
              <a:gd name="f332" fmla="*/ f251 1 4933949"/>
              <a:gd name="f333" fmla="*/ f252 1 4933949"/>
              <a:gd name="f334" fmla="*/ f253 1 4933949"/>
              <a:gd name="f335" fmla="*/ f254 1 4933949"/>
              <a:gd name="f336" fmla="*/ f255 1 4933949"/>
              <a:gd name="f337" fmla="*/ f256 1 4933949"/>
              <a:gd name="f338" fmla="*/ f257 1 7196138"/>
              <a:gd name="f339" fmla="*/ f258 1 4933949"/>
              <a:gd name="f340" fmla="*/ f259 1 7196138"/>
              <a:gd name="f341" fmla="*/ f260 1 4933949"/>
              <a:gd name="f342" fmla="*/ f261 1 7196138"/>
              <a:gd name="f343" fmla="*/ f262 1 4933949"/>
              <a:gd name="f344" fmla="*/ f263 1 4933949"/>
              <a:gd name="f345" fmla="*/ f264 1 4933949"/>
              <a:gd name="f346" fmla="*/ f176 1 f183"/>
              <a:gd name="f347" fmla="*/ f177 1 f183"/>
              <a:gd name="f348" fmla="*/ f176 1 f184"/>
              <a:gd name="f349" fmla="*/ f178 1 f184"/>
              <a:gd name="f350" fmla="*/ f266 1 f183"/>
              <a:gd name="f351" fmla="*/ f267 1 f184"/>
              <a:gd name="f352" fmla="*/ f268 1 f183"/>
              <a:gd name="f353" fmla="*/ f269 1 f183"/>
              <a:gd name="f354" fmla="*/ f270 1 f184"/>
              <a:gd name="f355" fmla="*/ f271 1 f184"/>
              <a:gd name="f356" fmla="*/ f272 1 f183"/>
              <a:gd name="f357" fmla="*/ f273 1 f184"/>
              <a:gd name="f358" fmla="*/ f274 1 f184"/>
              <a:gd name="f359" fmla="*/ f275 1 f184"/>
              <a:gd name="f360" fmla="*/ f276 1 f184"/>
              <a:gd name="f361" fmla="*/ f277 1 f184"/>
              <a:gd name="f362" fmla="*/ f278 1 f184"/>
              <a:gd name="f363" fmla="*/ f279 1 f183"/>
              <a:gd name="f364" fmla="*/ f280 1 f184"/>
              <a:gd name="f365" fmla="*/ f281 1 f184"/>
              <a:gd name="f366" fmla="*/ f282 1 f183"/>
              <a:gd name="f367" fmla="*/ f283 1 f183"/>
              <a:gd name="f368" fmla="*/ f284 1 f184"/>
              <a:gd name="f369" fmla="*/ f285 1 f183"/>
              <a:gd name="f370" fmla="*/ f286 1 f184"/>
              <a:gd name="f371" fmla="*/ f287 1 f184"/>
              <a:gd name="f372" fmla="*/ f288 1 f184"/>
              <a:gd name="f373" fmla="*/ f289 1 f183"/>
              <a:gd name="f374" fmla="*/ f290 1 f184"/>
              <a:gd name="f375" fmla="*/ f291 1 f183"/>
              <a:gd name="f376" fmla="*/ f292 1 f183"/>
              <a:gd name="f377" fmla="*/ f293 1 f184"/>
              <a:gd name="f378" fmla="*/ f294 1 f183"/>
              <a:gd name="f379" fmla="*/ f295 1 f184"/>
              <a:gd name="f380" fmla="*/ f296 1 f184"/>
              <a:gd name="f381" fmla="*/ f297 1 f184"/>
              <a:gd name="f382" fmla="*/ f298 1 f184"/>
              <a:gd name="f383" fmla="*/ f299 1 f183"/>
              <a:gd name="f384" fmla="*/ f300 1 f184"/>
              <a:gd name="f385" fmla="*/ f301 1 f183"/>
              <a:gd name="f386" fmla="*/ f302 1 f184"/>
              <a:gd name="f387" fmla="*/ f303 1 f183"/>
              <a:gd name="f388" fmla="*/ f304 1 f184"/>
              <a:gd name="f389" fmla="*/ f305 1 f183"/>
              <a:gd name="f390" fmla="*/ f306 1 f183"/>
              <a:gd name="f391" fmla="*/ f307 1 f183"/>
              <a:gd name="f392" fmla="*/ f308 1 f183"/>
              <a:gd name="f393" fmla="*/ f309 1 f183"/>
              <a:gd name="f394" fmla="*/ f310 1 f183"/>
              <a:gd name="f395" fmla="*/ f311 1 f183"/>
              <a:gd name="f396" fmla="*/ f312 1 f183"/>
              <a:gd name="f397" fmla="*/ f313 1 f184"/>
              <a:gd name="f398" fmla="*/ f314 1 f183"/>
              <a:gd name="f399" fmla="*/ f315 1 f184"/>
              <a:gd name="f400" fmla="*/ f316 1 f184"/>
              <a:gd name="f401" fmla="*/ f317 1 f184"/>
              <a:gd name="f402" fmla="*/ f318 1 f183"/>
              <a:gd name="f403" fmla="*/ f319 1 f183"/>
              <a:gd name="f404" fmla="*/ f320 1 f183"/>
              <a:gd name="f405" fmla="*/ f321 1 f183"/>
              <a:gd name="f406" fmla="*/ f322 1 f183"/>
              <a:gd name="f407" fmla="*/ f323 1 f184"/>
              <a:gd name="f408" fmla="*/ f324 1 f183"/>
              <a:gd name="f409" fmla="*/ f325 1 f184"/>
              <a:gd name="f410" fmla="*/ f326 1 f184"/>
              <a:gd name="f411" fmla="*/ f327 1 f183"/>
              <a:gd name="f412" fmla="*/ f328 1 f184"/>
              <a:gd name="f413" fmla="*/ f329 1 f183"/>
              <a:gd name="f414" fmla="*/ f330 1 f184"/>
              <a:gd name="f415" fmla="*/ f331 1 f183"/>
              <a:gd name="f416" fmla="*/ f332 1 f183"/>
              <a:gd name="f417" fmla="*/ f333 1 f183"/>
              <a:gd name="f418" fmla="*/ f334 1 f183"/>
              <a:gd name="f419" fmla="*/ f335 1 f183"/>
              <a:gd name="f420" fmla="*/ f336 1 f183"/>
              <a:gd name="f421" fmla="*/ f337 1 f183"/>
              <a:gd name="f422" fmla="*/ f338 1 f184"/>
              <a:gd name="f423" fmla="*/ f339 1 f183"/>
              <a:gd name="f424" fmla="*/ f340 1 f184"/>
              <a:gd name="f425" fmla="*/ f341 1 f183"/>
              <a:gd name="f426" fmla="*/ f342 1 f184"/>
              <a:gd name="f427" fmla="*/ f343 1 f183"/>
              <a:gd name="f428" fmla="*/ f344 1 f183"/>
              <a:gd name="f429" fmla="*/ f345 1 f183"/>
              <a:gd name="f430" fmla="*/ f346 f174 1"/>
              <a:gd name="f431" fmla="*/ f347 f174 1"/>
              <a:gd name="f432" fmla="*/ f349 f175 1"/>
              <a:gd name="f433" fmla="*/ f348 f175 1"/>
              <a:gd name="f434" fmla="*/ f350 f174 1"/>
              <a:gd name="f435" fmla="*/ f351 f175 1"/>
              <a:gd name="f436" fmla="*/ f352 f174 1"/>
              <a:gd name="f437" fmla="*/ f353 f174 1"/>
              <a:gd name="f438" fmla="*/ f354 f175 1"/>
              <a:gd name="f439" fmla="*/ f355 f175 1"/>
              <a:gd name="f440" fmla="*/ f356 f174 1"/>
              <a:gd name="f441" fmla="*/ f357 f175 1"/>
              <a:gd name="f442" fmla="*/ f358 f175 1"/>
              <a:gd name="f443" fmla="*/ f359 f175 1"/>
              <a:gd name="f444" fmla="*/ f360 f175 1"/>
              <a:gd name="f445" fmla="*/ f361 f175 1"/>
              <a:gd name="f446" fmla="*/ f362 f175 1"/>
              <a:gd name="f447" fmla="*/ f363 f174 1"/>
              <a:gd name="f448" fmla="*/ f364 f175 1"/>
              <a:gd name="f449" fmla="*/ f365 f175 1"/>
              <a:gd name="f450" fmla="*/ f366 f174 1"/>
              <a:gd name="f451" fmla="*/ f367 f174 1"/>
              <a:gd name="f452" fmla="*/ f368 f175 1"/>
              <a:gd name="f453" fmla="*/ f369 f174 1"/>
              <a:gd name="f454" fmla="*/ f370 f175 1"/>
              <a:gd name="f455" fmla="*/ f371 f175 1"/>
              <a:gd name="f456" fmla="*/ f372 f175 1"/>
              <a:gd name="f457" fmla="*/ f373 f174 1"/>
              <a:gd name="f458" fmla="*/ f374 f175 1"/>
              <a:gd name="f459" fmla="*/ f375 f174 1"/>
              <a:gd name="f460" fmla="*/ f376 f174 1"/>
              <a:gd name="f461" fmla="*/ f377 f175 1"/>
              <a:gd name="f462" fmla="*/ f378 f174 1"/>
              <a:gd name="f463" fmla="*/ f379 f175 1"/>
              <a:gd name="f464" fmla="*/ f380 f175 1"/>
              <a:gd name="f465" fmla="*/ f381 f175 1"/>
              <a:gd name="f466" fmla="*/ f382 f175 1"/>
              <a:gd name="f467" fmla="*/ f383 f174 1"/>
              <a:gd name="f468" fmla="*/ f384 f175 1"/>
              <a:gd name="f469" fmla="*/ f385 f174 1"/>
              <a:gd name="f470" fmla="*/ f386 f175 1"/>
              <a:gd name="f471" fmla="*/ f387 f174 1"/>
              <a:gd name="f472" fmla="*/ f388 f175 1"/>
              <a:gd name="f473" fmla="*/ f389 f174 1"/>
              <a:gd name="f474" fmla="*/ f390 f174 1"/>
              <a:gd name="f475" fmla="*/ f391 f174 1"/>
              <a:gd name="f476" fmla="*/ f392 f174 1"/>
              <a:gd name="f477" fmla="*/ f393 f174 1"/>
              <a:gd name="f478" fmla="*/ f394 f174 1"/>
              <a:gd name="f479" fmla="*/ f395 f174 1"/>
              <a:gd name="f480" fmla="*/ f396 f174 1"/>
              <a:gd name="f481" fmla="*/ f397 f175 1"/>
              <a:gd name="f482" fmla="*/ f398 f174 1"/>
              <a:gd name="f483" fmla="*/ f399 f175 1"/>
              <a:gd name="f484" fmla="*/ f400 f175 1"/>
              <a:gd name="f485" fmla="*/ f401 f175 1"/>
              <a:gd name="f486" fmla="*/ f402 f174 1"/>
              <a:gd name="f487" fmla="*/ f403 f174 1"/>
              <a:gd name="f488" fmla="*/ f404 f174 1"/>
              <a:gd name="f489" fmla="*/ f405 f174 1"/>
              <a:gd name="f490" fmla="*/ f406 f174 1"/>
              <a:gd name="f491" fmla="*/ f407 f175 1"/>
              <a:gd name="f492" fmla="*/ f408 f174 1"/>
              <a:gd name="f493" fmla="*/ f409 f175 1"/>
              <a:gd name="f494" fmla="*/ f410 f175 1"/>
              <a:gd name="f495" fmla="*/ f411 f174 1"/>
              <a:gd name="f496" fmla="*/ f412 f175 1"/>
              <a:gd name="f497" fmla="*/ f413 f174 1"/>
              <a:gd name="f498" fmla="*/ f414 f175 1"/>
              <a:gd name="f499" fmla="*/ f415 f174 1"/>
              <a:gd name="f500" fmla="*/ f416 f174 1"/>
              <a:gd name="f501" fmla="*/ f417 f174 1"/>
              <a:gd name="f502" fmla="*/ f418 f174 1"/>
              <a:gd name="f503" fmla="*/ f419 f174 1"/>
              <a:gd name="f504" fmla="*/ f420 f174 1"/>
              <a:gd name="f505" fmla="*/ f421 f174 1"/>
              <a:gd name="f506" fmla="*/ f422 f175 1"/>
              <a:gd name="f507" fmla="*/ f423 f174 1"/>
              <a:gd name="f508" fmla="*/ f424 f175 1"/>
              <a:gd name="f509" fmla="*/ f425 f174 1"/>
              <a:gd name="f510" fmla="*/ f426 f175 1"/>
              <a:gd name="f511" fmla="*/ f427 f174 1"/>
              <a:gd name="f512" fmla="*/ f428 f174 1"/>
              <a:gd name="f513" fmla="*/ f429 f17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5">
                <a:pos x="f434" y="f435"/>
              </a:cxn>
              <a:cxn ang="f265">
                <a:pos x="f436" y="f435"/>
              </a:cxn>
              <a:cxn ang="f265">
                <a:pos x="f437" y="f438"/>
              </a:cxn>
              <a:cxn ang="f265">
                <a:pos x="f436" y="f439"/>
              </a:cxn>
              <a:cxn ang="f265">
                <a:pos x="f434" y="f439"/>
              </a:cxn>
              <a:cxn ang="f265">
                <a:pos x="f440" y="f438"/>
              </a:cxn>
              <a:cxn ang="f265">
                <a:pos x="f434" y="f435"/>
              </a:cxn>
              <a:cxn ang="f265">
                <a:pos x="f434" y="f441"/>
              </a:cxn>
              <a:cxn ang="f265">
                <a:pos x="f436" y="f441"/>
              </a:cxn>
              <a:cxn ang="f265">
                <a:pos x="f437" y="f442"/>
              </a:cxn>
              <a:cxn ang="f265">
                <a:pos x="f436" y="f443"/>
              </a:cxn>
              <a:cxn ang="f265">
                <a:pos x="f434" y="f443"/>
              </a:cxn>
              <a:cxn ang="f265">
                <a:pos x="f440" y="f442"/>
              </a:cxn>
              <a:cxn ang="f265">
                <a:pos x="f434" y="f441"/>
              </a:cxn>
              <a:cxn ang="f265">
                <a:pos x="f434" y="f444"/>
              </a:cxn>
              <a:cxn ang="f265">
                <a:pos x="f436" y="f444"/>
              </a:cxn>
              <a:cxn ang="f265">
                <a:pos x="f437" y="f445"/>
              </a:cxn>
              <a:cxn ang="f265">
                <a:pos x="f436" y="f446"/>
              </a:cxn>
              <a:cxn ang="f265">
                <a:pos x="f434" y="f446"/>
              </a:cxn>
              <a:cxn ang="f265">
                <a:pos x="f440" y="f445"/>
              </a:cxn>
              <a:cxn ang="f265">
                <a:pos x="f434" y="f444"/>
              </a:cxn>
              <a:cxn ang="f265">
                <a:pos x="f447" y="f448"/>
              </a:cxn>
              <a:cxn ang="f265">
                <a:pos x="f447" y="f449"/>
              </a:cxn>
              <a:cxn ang="f265">
                <a:pos x="f450" y="f449"/>
              </a:cxn>
              <a:cxn ang="f265">
                <a:pos x="f451" y="f452"/>
              </a:cxn>
              <a:cxn ang="f265">
                <a:pos x="f453" y="f454"/>
              </a:cxn>
              <a:cxn ang="f265">
                <a:pos x="f453" y="f455"/>
              </a:cxn>
              <a:cxn ang="f265">
                <a:pos x="f451" y="f456"/>
              </a:cxn>
              <a:cxn ang="f265">
                <a:pos x="f450" y="f448"/>
              </a:cxn>
              <a:cxn ang="f265">
                <a:pos x="f447" y="f448"/>
              </a:cxn>
              <a:cxn ang="f265">
                <a:pos x="f457" y="f458"/>
              </a:cxn>
              <a:cxn ang="f265">
                <a:pos x="f459" y="f458"/>
              </a:cxn>
              <a:cxn ang="f265">
                <a:pos x="f460" y="f461"/>
              </a:cxn>
              <a:cxn ang="f265">
                <a:pos x="f462" y="f463"/>
              </a:cxn>
              <a:cxn ang="f265">
                <a:pos x="f462" y="f464"/>
              </a:cxn>
              <a:cxn ang="f265">
                <a:pos x="f460" y="f465"/>
              </a:cxn>
              <a:cxn ang="f265">
                <a:pos x="f459" y="f466"/>
              </a:cxn>
              <a:cxn ang="f265">
                <a:pos x="f467" y="f466"/>
              </a:cxn>
              <a:cxn ang="f265">
                <a:pos x="f467" y="f468"/>
              </a:cxn>
              <a:cxn ang="f265">
                <a:pos x="f469" y="f470"/>
              </a:cxn>
              <a:cxn ang="f265">
                <a:pos x="f471" y="f472"/>
              </a:cxn>
              <a:cxn ang="f265">
                <a:pos x="f473" y="f472"/>
              </a:cxn>
              <a:cxn ang="f265">
                <a:pos x="f474" y="f470"/>
              </a:cxn>
              <a:cxn ang="f265">
                <a:pos x="f475" y="f468"/>
              </a:cxn>
              <a:cxn ang="f265">
                <a:pos x="f475" y="f466"/>
              </a:cxn>
              <a:cxn ang="f265">
                <a:pos x="f457" y="f466"/>
              </a:cxn>
              <a:cxn ang="f265">
                <a:pos x="f476" y="f465"/>
              </a:cxn>
              <a:cxn ang="f265">
                <a:pos x="f477" y="f464"/>
              </a:cxn>
              <a:cxn ang="f265">
                <a:pos x="f477" y="f463"/>
              </a:cxn>
              <a:cxn ang="f265">
                <a:pos x="f476" y="f461"/>
              </a:cxn>
              <a:cxn ang="f265">
                <a:pos x="f457" y="f458"/>
              </a:cxn>
              <a:cxn ang="f265">
                <a:pos x="f478" y="f458"/>
              </a:cxn>
              <a:cxn ang="f265">
                <a:pos x="f479" y="f458"/>
              </a:cxn>
              <a:cxn ang="f265">
                <a:pos x="f480" y="f481"/>
              </a:cxn>
              <a:cxn ang="f265">
                <a:pos x="f482" y="f483"/>
              </a:cxn>
              <a:cxn ang="f265">
                <a:pos x="f482" y="f484"/>
              </a:cxn>
              <a:cxn ang="f265">
                <a:pos x="f480" y="f485"/>
              </a:cxn>
              <a:cxn ang="f265">
                <a:pos x="f479" y="f472"/>
              </a:cxn>
              <a:cxn ang="f265">
                <a:pos x="f478" y="f472"/>
              </a:cxn>
              <a:cxn ang="f265">
                <a:pos x="f486" y="f470"/>
              </a:cxn>
              <a:cxn ang="f265">
                <a:pos x="f487" y="f468"/>
              </a:cxn>
              <a:cxn ang="f265">
                <a:pos x="f487" y="f463"/>
              </a:cxn>
              <a:cxn ang="f265">
                <a:pos x="f486" y="f461"/>
              </a:cxn>
              <a:cxn ang="f265">
                <a:pos x="f478" y="f458"/>
              </a:cxn>
              <a:cxn ang="f265">
                <a:pos x="f488" y="f458"/>
              </a:cxn>
              <a:cxn ang="f265">
                <a:pos x="f489" y="f458"/>
              </a:cxn>
              <a:cxn ang="f265">
                <a:pos x="f490" y="f491"/>
              </a:cxn>
              <a:cxn ang="f265">
                <a:pos x="f492" y="f493"/>
              </a:cxn>
              <a:cxn ang="f265">
                <a:pos x="f492" y="f494"/>
              </a:cxn>
              <a:cxn ang="f265">
                <a:pos x="f495" y="f496"/>
              </a:cxn>
              <a:cxn ang="f265">
                <a:pos x="f497" y="f498"/>
              </a:cxn>
              <a:cxn ang="f265">
                <a:pos x="f499" y="f496"/>
              </a:cxn>
              <a:cxn ang="f265">
                <a:pos x="f500" y="f494"/>
              </a:cxn>
              <a:cxn ang="f265">
                <a:pos x="f500" y="f493"/>
              </a:cxn>
              <a:cxn ang="f265">
                <a:pos x="f501" y="f491"/>
              </a:cxn>
              <a:cxn ang="f265">
                <a:pos x="f502" y="f458"/>
              </a:cxn>
              <a:cxn ang="f265">
                <a:pos x="f503" y="f458"/>
              </a:cxn>
              <a:cxn ang="f265">
                <a:pos x="f504" y="f491"/>
              </a:cxn>
              <a:cxn ang="f265">
                <a:pos x="f505" y="f493"/>
              </a:cxn>
              <a:cxn ang="f265">
                <a:pos x="f505" y="f506"/>
              </a:cxn>
              <a:cxn ang="f265">
                <a:pos x="f507" y="f508"/>
              </a:cxn>
              <a:cxn ang="f265">
                <a:pos x="f509" y="f510"/>
              </a:cxn>
              <a:cxn ang="f265">
                <a:pos x="f511" y="f508"/>
              </a:cxn>
              <a:cxn ang="f265">
                <a:pos x="f512" y="f506"/>
              </a:cxn>
              <a:cxn ang="f265">
                <a:pos x="f512" y="f493"/>
              </a:cxn>
              <a:cxn ang="f265">
                <a:pos x="f513" y="f491"/>
              </a:cxn>
              <a:cxn ang="f265">
                <a:pos x="f488" y="f458"/>
              </a:cxn>
            </a:cxnLst>
            <a:rect l="f430" t="f433" r="f431" b="f432"/>
            <a:pathLst>
              <a:path w="4933949" h="7196138">
                <a:moveTo>
                  <a:pt x="f8" y="f9"/>
                </a:moveTo>
                <a:cubicBezTo>
                  <a:pt x="f10" y="f11"/>
                  <a:pt x="f12" y="f11"/>
                  <a:pt x="f13" y="f9"/>
                </a:cubicBezTo>
                <a:cubicBezTo>
                  <a:pt x="f13" y="f9"/>
                  <a:pt x="f13" y="f9"/>
                  <a:pt x="f6" y="f14"/>
                </a:cubicBezTo>
                <a:cubicBezTo>
                  <a:pt x="f6" y="f14"/>
                  <a:pt x="f6" y="f14"/>
                  <a:pt x="f13" y="f7"/>
                </a:cubicBezTo>
                <a:cubicBezTo>
                  <a:pt x="f12" y="f15"/>
                  <a:pt x="f10" y="f15"/>
                  <a:pt x="f8" y="f7"/>
                </a:cubicBezTo>
                <a:cubicBezTo>
                  <a:pt x="f8" y="f7"/>
                  <a:pt x="f8" y="f7"/>
                  <a:pt x="f5" y="f14"/>
                </a:cubicBezTo>
                <a:cubicBezTo>
                  <a:pt x="f5" y="f14"/>
                  <a:pt x="f5" y="f14"/>
                  <a:pt x="f8" y="f9"/>
                </a:cubicBezTo>
                <a:close/>
                <a:moveTo>
                  <a:pt x="f8" y="f16"/>
                </a:moveTo>
                <a:cubicBezTo>
                  <a:pt x="f10" y="f17"/>
                  <a:pt x="f12" y="f17"/>
                  <a:pt x="f13" y="f16"/>
                </a:cubicBezTo>
                <a:cubicBezTo>
                  <a:pt x="f13" y="f16"/>
                  <a:pt x="f13" y="f16"/>
                  <a:pt x="f6" y="f18"/>
                </a:cubicBezTo>
                <a:cubicBezTo>
                  <a:pt x="f6" y="f18"/>
                  <a:pt x="f6" y="f18"/>
                  <a:pt x="f13" y="f19"/>
                </a:cubicBezTo>
                <a:cubicBezTo>
                  <a:pt x="f12" y="f20"/>
                  <a:pt x="f10" y="f20"/>
                  <a:pt x="f8" y="f19"/>
                </a:cubicBezTo>
                <a:cubicBezTo>
                  <a:pt x="f8" y="f19"/>
                  <a:pt x="f8" y="f19"/>
                  <a:pt x="f5" y="f18"/>
                </a:cubicBezTo>
                <a:cubicBezTo>
                  <a:pt x="f5" y="f18"/>
                  <a:pt x="f5" y="f18"/>
                  <a:pt x="f8" y="f16"/>
                </a:cubicBezTo>
                <a:close/>
                <a:moveTo>
                  <a:pt x="f8" y="f21"/>
                </a:moveTo>
                <a:cubicBezTo>
                  <a:pt x="f10" y="f22"/>
                  <a:pt x="f12" y="f22"/>
                  <a:pt x="f13" y="f21"/>
                </a:cubicBezTo>
                <a:cubicBezTo>
                  <a:pt x="f13" y="f21"/>
                  <a:pt x="f13" y="f21"/>
                  <a:pt x="f6" y="f23"/>
                </a:cubicBezTo>
                <a:cubicBezTo>
                  <a:pt x="f6" y="f23"/>
                  <a:pt x="f6" y="f23"/>
                  <a:pt x="f13" y="f24"/>
                </a:cubicBezTo>
                <a:cubicBezTo>
                  <a:pt x="f12" y="f25"/>
                  <a:pt x="f10" y="f25"/>
                  <a:pt x="f8" y="f24"/>
                </a:cubicBezTo>
                <a:cubicBezTo>
                  <a:pt x="f8" y="f24"/>
                  <a:pt x="f8" y="f24"/>
                  <a:pt x="f5" y="f23"/>
                </a:cubicBezTo>
                <a:cubicBezTo>
                  <a:pt x="f5" y="f23"/>
                  <a:pt x="f5" y="f23"/>
                  <a:pt x="f8" y="f21"/>
                </a:cubicBezTo>
                <a:close/>
                <a:moveTo>
                  <a:pt x="f26" y="f27"/>
                </a:moveTo>
                <a:lnTo>
                  <a:pt x="f26" y="f28"/>
                </a:lnTo>
                <a:cubicBezTo>
                  <a:pt x="f26" y="f28"/>
                  <a:pt x="f26" y="f28"/>
                  <a:pt x="f29" y="f28"/>
                </a:cubicBezTo>
                <a:cubicBezTo>
                  <a:pt x="f30" y="f28"/>
                  <a:pt x="f31" y="f32"/>
                  <a:pt x="f33" y="f34"/>
                </a:cubicBezTo>
                <a:cubicBezTo>
                  <a:pt x="f35" y="f36"/>
                  <a:pt x="f37" y="f38"/>
                  <a:pt x="f37" y="f39"/>
                </a:cubicBezTo>
                <a:cubicBezTo>
                  <a:pt x="f37" y="f39"/>
                  <a:pt x="f37" y="f39"/>
                  <a:pt x="f37" y="f40"/>
                </a:cubicBezTo>
                <a:cubicBezTo>
                  <a:pt x="f37" y="f41"/>
                  <a:pt x="f35" y="f42"/>
                  <a:pt x="f33" y="f43"/>
                </a:cubicBezTo>
                <a:cubicBezTo>
                  <a:pt x="f31" y="f44"/>
                  <a:pt x="f30" y="f27"/>
                  <a:pt x="f29" y="f27"/>
                </a:cubicBezTo>
                <a:cubicBezTo>
                  <a:pt x="f29" y="f27"/>
                  <a:pt x="f29" y="f27"/>
                  <a:pt x="f26" y="f27"/>
                </a:cubicBezTo>
                <a:close/>
                <a:moveTo>
                  <a:pt x="f45" y="f5"/>
                </a:moveTo>
                <a:cubicBezTo>
                  <a:pt x="f45" y="f5"/>
                  <a:pt x="f45" y="f5"/>
                  <a:pt x="f46" y="f5"/>
                </a:cubicBezTo>
                <a:cubicBezTo>
                  <a:pt x="f47" y="f5"/>
                  <a:pt x="f48" y="f49"/>
                  <a:pt x="f50" y="f51"/>
                </a:cubicBezTo>
                <a:cubicBezTo>
                  <a:pt x="f52" y="f53"/>
                  <a:pt x="f54" y="f55"/>
                  <a:pt x="f54" y="f56"/>
                </a:cubicBezTo>
                <a:cubicBezTo>
                  <a:pt x="f54" y="f56"/>
                  <a:pt x="f54" y="f56"/>
                  <a:pt x="f54" y="f57"/>
                </a:cubicBezTo>
                <a:cubicBezTo>
                  <a:pt x="f54" y="f58"/>
                  <a:pt x="f52" y="f59"/>
                  <a:pt x="f50" y="f60"/>
                </a:cubicBezTo>
                <a:cubicBezTo>
                  <a:pt x="f48" y="f61"/>
                  <a:pt x="f47" y="f62"/>
                  <a:pt x="f46" y="f62"/>
                </a:cubicBezTo>
                <a:cubicBezTo>
                  <a:pt x="f46" y="f62"/>
                  <a:pt x="f46" y="f62"/>
                  <a:pt x="f63" y="f62"/>
                </a:cubicBezTo>
                <a:cubicBezTo>
                  <a:pt x="f63" y="f62"/>
                  <a:pt x="f63" y="f62"/>
                  <a:pt x="f63" y="f64"/>
                </a:cubicBezTo>
                <a:cubicBezTo>
                  <a:pt x="f63" y="f65"/>
                  <a:pt x="f66" y="f67"/>
                  <a:pt x="f68" y="f69"/>
                </a:cubicBezTo>
                <a:cubicBezTo>
                  <a:pt x="f70" y="f71"/>
                  <a:pt x="f72" y="f73"/>
                  <a:pt x="f74" y="f73"/>
                </a:cubicBezTo>
                <a:cubicBezTo>
                  <a:pt x="f74" y="f73"/>
                  <a:pt x="f74" y="f73"/>
                  <a:pt x="f75" y="f73"/>
                </a:cubicBezTo>
                <a:cubicBezTo>
                  <a:pt x="f76" y="f73"/>
                  <a:pt x="f77" y="f71"/>
                  <a:pt x="f78" y="f69"/>
                </a:cubicBezTo>
                <a:cubicBezTo>
                  <a:pt x="f79" y="f67"/>
                  <a:pt x="f80" y="f65"/>
                  <a:pt x="f80" y="f64"/>
                </a:cubicBezTo>
                <a:cubicBezTo>
                  <a:pt x="f80" y="f64"/>
                  <a:pt x="f80" y="f64"/>
                  <a:pt x="f80" y="f62"/>
                </a:cubicBezTo>
                <a:cubicBezTo>
                  <a:pt x="f80" y="f62"/>
                  <a:pt x="f80" y="f62"/>
                  <a:pt x="f45" y="f62"/>
                </a:cubicBezTo>
                <a:cubicBezTo>
                  <a:pt x="f81" y="f62"/>
                  <a:pt x="f82" y="f61"/>
                  <a:pt x="f83" y="f60"/>
                </a:cubicBezTo>
                <a:cubicBezTo>
                  <a:pt x="f84" y="f59"/>
                  <a:pt x="f85" y="f58"/>
                  <a:pt x="f85" y="f57"/>
                </a:cubicBezTo>
                <a:cubicBezTo>
                  <a:pt x="f85" y="f57"/>
                  <a:pt x="f85" y="f57"/>
                  <a:pt x="f85" y="f56"/>
                </a:cubicBezTo>
                <a:cubicBezTo>
                  <a:pt x="f85" y="f55"/>
                  <a:pt x="f84" y="f53"/>
                  <a:pt x="f83" y="f51"/>
                </a:cubicBezTo>
                <a:cubicBezTo>
                  <a:pt x="f82" y="f49"/>
                  <a:pt x="f81" y="f5"/>
                  <a:pt x="f45" y="f5"/>
                </a:cubicBezTo>
                <a:close/>
                <a:moveTo>
                  <a:pt x="f86" y="f5"/>
                </a:moveTo>
                <a:cubicBezTo>
                  <a:pt x="f86" y="f5"/>
                  <a:pt x="f86" y="f5"/>
                  <a:pt x="f87" y="f5"/>
                </a:cubicBezTo>
                <a:cubicBezTo>
                  <a:pt x="f88" y="f5"/>
                  <a:pt x="f89" y="f90"/>
                  <a:pt x="f91" y="f92"/>
                </a:cubicBezTo>
                <a:cubicBezTo>
                  <a:pt x="f93" y="f94"/>
                  <a:pt x="f95" y="f96"/>
                  <a:pt x="f95" y="f97"/>
                </a:cubicBezTo>
                <a:cubicBezTo>
                  <a:pt x="f95" y="f97"/>
                  <a:pt x="f95" y="f97"/>
                  <a:pt x="f95" y="f98"/>
                </a:cubicBezTo>
                <a:cubicBezTo>
                  <a:pt x="f95" y="f99"/>
                  <a:pt x="f93" y="f100"/>
                  <a:pt x="f91" y="f101"/>
                </a:cubicBezTo>
                <a:cubicBezTo>
                  <a:pt x="f89" y="f102"/>
                  <a:pt x="f88" y="f73"/>
                  <a:pt x="f87" y="f73"/>
                </a:cubicBezTo>
                <a:cubicBezTo>
                  <a:pt x="f87" y="f73"/>
                  <a:pt x="f87" y="f73"/>
                  <a:pt x="f86" y="f73"/>
                </a:cubicBezTo>
                <a:cubicBezTo>
                  <a:pt x="f103" y="f73"/>
                  <a:pt x="f104" y="f71"/>
                  <a:pt x="f105" y="f69"/>
                </a:cubicBezTo>
                <a:cubicBezTo>
                  <a:pt x="f106" y="f67"/>
                  <a:pt x="f107" y="f65"/>
                  <a:pt x="f107" y="f64"/>
                </a:cubicBezTo>
                <a:cubicBezTo>
                  <a:pt x="f107" y="f64"/>
                  <a:pt x="f107" y="f64"/>
                  <a:pt x="f107" y="f56"/>
                </a:cubicBezTo>
                <a:cubicBezTo>
                  <a:pt x="f107" y="f55"/>
                  <a:pt x="f106" y="f53"/>
                  <a:pt x="f105" y="f51"/>
                </a:cubicBezTo>
                <a:cubicBezTo>
                  <a:pt x="f104" y="f49"/>
                  <a:pt x="f103" y="f5"/>
                  <a:pt x="f86" y="f5"/>
                </a:cubicBezTo>
                <a:close/>
                <a:moveTo>
                  <a:pt x="f108" y="f5"/>
                </a:moveTo>
                <a:cubicBezTo>
                  <a:pt x="f108" y="f5"/>
                  <a:pt x="f108" y="f5"/>
                  <a:pt x="f109" y="f5"/>
                </a:cubicBezTo>
                <a:cubicBezTo>
                  <a:pt x="f110" y="f5"/>
                  <a:pt x="f111" y="f112"/>
                  <a:pt x="f113" y="f114"/>
                </a:cubicBezTo>
                <a:cubicBezTo>
                  <a:pt x="f115" y="f116"/>
                  <a:pt x="f117" y="f118"/>
                  <a:pt x="f117" y="f119"/>
                </a:cubicBezTo>
                <a:cubicBezTo>
                  <a:pt x="f117" y="f119"/>
                  <a:pt x="f117" y="f119"/>
                  <a:pt x="f117" y="f120"/>
                </a:cubicBezTo>
                <a:cubicBezTo>
                  <a:pt x="f117" y="f121"/>
                  <a:pt x="f122" y="f123"/>
                  <a:pt x="f124" y="f125"/>
                </a:cubicBezTo>
                <a:cubicBezTo>
                  <a:pt x="f126" y="f127"/>
                  <a:pt x="f128" y="f129"/>
                  <a:pt x="f130" y="f129"/>
                </a:cubicBezTo>
                <a:cubicBezTo>
                  <a:pt x="f131" y="f129"/>
                  <a:pt x="f132" y="f133"/>
                  <a:pt x="f134" y="f125"/>
                </a:cubicBezTo>
                <a:cubicBezTo>
                  <a:pt x="f135" y="f136"/>
                  <a:pt x="f137" y="f138"/>
                  <a:pt x="f137" y="f120"/>
                </a:cubicBezTo>
                <a:cubicBezTo>
                  <a:pt x="f137" y="f120"/>
                  <a:pt x="f137" y="f120"/>
                  <a:pt x="f137" y="f119"/>
                </a:cubicBezTo>
                <a:cubicBezTo>
                  <a:pt x="f137" y="f118"/>
                  <a:pt x="f139" y="f116"/>
                  <a:pt x="f140" y="f114"/>
                </a:cubicBezTo>
                <a:cubicBezTo>
                  <a:pt x="f141" y="f112"/>
                  <a:pt x="f142" y="f5"/>
                  <a:pt x="f143" y="f5"/>
                </a:cubicBezTo>
                <a:cubicBezTo>
                  <a:pt x="f143" y="f5"/>
                  <a:pt x="f143" y="f5"/>
                  <a:pt x="f144" y="f5"/>
                </a:cubicBezTo>
                <a:cubicBezTo>
                  <a:pt x="f145" y="f5"/>
                  <a:pt x="f146" y="f112"/>
                  <a:pt x="f147" y="f114"/>
                </a:cubicBezTo>
                <a:cubicBezTo>
                  <a:pt x="f148" y="f116"/>
                  <a:pt x="f149" y="f118"/>
                  <a:pt x="f149" y="f119"/>
                </a:cubicBezTo>
                <a:cubicBezTo>
                  <a:pt x="f149" y="f119"/>
                  <a:pt x="f149" y="f119"/>
                  <a:pt x="f149" y="f150"/>
                </a:cubicBezTo>
                <a:cubicBezTo>
                  <a:pt x="f149" y="f151"/>
                  <a:pt x="f152" y="f153"/>
                  <a:pt x="f154" y="f155"/>
                </a:cubicBezTo>
                <a:cubicBezTo>
                  <a:pt x="f156" y="f157"/>
                  <a:pt x="f158" y="f159"/>
                  <a:pt x="f160" y="f159"/>
                </a:cubicBezTo>
                <a:cubicBezTo>
                  <a:pt x="f161" y="f159"/>
                  <a:pt x="f162" y="f163"/>
                  <a:pt x="f164" y="f155"/>
                </a:cubicBezTo>
                <a:cubicBezTo>
                  <a:pt x="f165" y="f166"/>
                  <a:pt x="f167" y="f168"/>
                  <a:pt x="f167" y="f150"/>
                </a:cubicBezTo>
                <a:cubicBezTo>
                  <a:pt x="f167" y="f150"/>
                  <a:pt x="f167" y="f150"/>
                  <a:pt x="f167" y="f119"/>
                </a:cubicBezTo>
                <a:cubicBezTo>
                  <a:pt x="f167" y="f118"/>
                  <a:pt x="f169" y="f116"/>
                  <a:pt x="f170" y="f114"/>
                </a:cubicBezTo>
                <a:cubicBezTo>
                  <a:pt x="f171" y="f112"/>
                  <a:pt x="f172" y="f5"/>
                  <a:pt x="f108" y="f5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>
              <a:solidFill>
                <a:srgbClr val="000000"/>
              </a:solidFill>
              <a:uFillTx/>
              <a:latin typeface="Verdana" pitchFamily="34"/>
              <a:ea typeface="ＭＳ Ｐゴシック" pitchFamily="48"/>
            </a:endParaRPr>
          </a:p>
        </p:txBody>
      </p:sp>
    </p:spTree>
    <p:extLst>
      <p:ext uri="{BB962C8B-B14F-4D97-AF65-F5344CB8AC3E}">
        <p14:creationId xmlns:p14="http://schemas.microsoft.com/office/powerpoint/2010/main" val="3737245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ont/Pause 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ttom bar">
            <a:extLst>
              <a:ext uri="{FF2B5EF4-FFF2-40B4-BE49-F238E27FC236}">
                <a16:creationId xmlns:a16="http://schemas.microsoft.com/office/drawing/2014/main" id="{D8DE7FF3-14A8-3FF7-B0BD-FD660E23D870}"/>
              </a:ext>
            </a:extLst>
          </p:cNvPr>
          <p:cNvSpPr/>
          <p:nvPr/>
        </p:nvSpPr>
        <p:spPr>
          <a:xfrm>
            <a:off x="0" y="6541196"/>
            <a:ext cx="12193203" cy="316803"/>
          </a:xfrm>
          <a:prstGeom prst="rect">
            <a:avLst/>
          </a:prstGeom>
          <a:solidFill>
            <a:srgbClr val="171748"/>
          </a:solidFill>
          <a:ln cap="flat">
            <a:noFill/>
            <a:prstDash val="solid"/>
          </a:ln>
        </p:spPr>
        <p:txBody>
          <a:bodyPr vert="horz" wrap="square" lIns="90004" tIns="46798" rIns="90004" bIns="46798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>
              <a:solidFill>
                <a:srgbClr val="FFFFFF"/>
              </a:solidFill>
              <a:uFillTx/>
              <a:latin typeface="Arial"/>
              <a:ea typeface="ＭＳ Ｐゴシック" pitchFamily="48"/>
            </a:endParaRPr>
          </a:p>
        </p:txBody>
      </p:sp>
      <p:sp>
        <p:nvSpPr>
          <p:cNvPr id="3" name="Top bar">
            <a:extLst>
              <a:ext uri="{FF2B5EF4-FFF2-40B4-BE49-F238E27FC236}">
                <a16:creationId xmlns:a16="http://schemas.microsoft.com/office/drawing/2014/main" id="{C41FB833-22EB-DD99-4E20-EA7BB147A11E}"/>
              </a:ext>
            </a:extLst>
          </p:cNvPr>
          <p:cNvSpPr/>
          <p:nvPr/>
        </p:nvSpPr>
        <p:spPr>
          <a:xfrm>
            <a:off x="0" y="0"/>
            <a:ext cx="12193203" cy="50401"/>
          </a:xfrm>
          <a:prstGeom prst="rect">
            <a:avLst/>
          </a:prstGeom>
          <a:solidFill>
            <a:srgbClr val="171748"/>
          </a:solidFill>
          <a:ln cap="flat">
            <a:noFill/>
            <a:prstDash val="solid"/>
          </a:ln>
        </p:spPr>
        <p:txBody>
          <a:bodyPr vert="horz" wrap="square" lIns="90004" tIns="46798" rIns="90004" bIns="46798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>
              <a:solidFill>
                <a:srgbClr val="FFFFFF"/>
              </a:solidFill>
              <a:uFillTx/>
              <a:latin typeface="Arial"/>
              <a:ea typeface="ＭＳ Ｐゴシック" pitchFamily="48"/>
            </a:endParaRPr>
          </a:p>
        </p:txBody>
      </p:sp>
    </p:spTree>
    <p:extLst>
      <p:ext uri="{BB962C8B-B14F-4D97-AF65-F5344CB8AC3E}">
        <p14:creationId xmlns:p14="http://schemas.microsoft.com/office/powerpoint/2010/main" val="1977689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olor">
            <a:extLst>
              <a:ext uri="{FF2B5EF4-FFF2-40B4-BE49-F238E27FC236}">
                <a16:creationId xmlns:a16="http://schemas.microsoft.com/office/drawing/2014/main" id="{1EB963D0-2278-B097-9876-F1E754F8AFBC}"/>
              </a:ext>
            </a:extLst>
          </p:cNvPr>
          <p:cNvSpPr/>
          <p:nvPr/>
        </p:nvSpPr>
        <p:spPr>
          <a:xfrm>
            <a:off x="251999" y="251999"/>
            <a:ext cx="419609" cy="61199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933949"/>
              <a:gd name="f7" fmla="val 7196138"/>
              <a:gd name="f8" fmla="val 1050029"/>
              <a:gd name="f9" fmla="val 6094413"/>
              <a:gd name="f10" fmla="val 2409664"/>
              <a:gd name="f11" fmla="val 6623557"/>
              <a:gd name="f12" fmla="val 2524285"/>
              <a:gd name="f13" fmla="val 3883920"/>
              <a:gd name="f14" fmla="val 6645934"/>
              <a:gd name="f15" fmla="val 6668311"/>
              <a:gd name="f16" fmla="val 4730750"/>
              <a:gd name="f17" fmla="val 5260657"/>
              <a:gd name="f18" fmla="val 5283066"/>
              <a:gd name="f19" fmla="val 5834063"/>
              <a:gd name="f20" fmla="val 5305475"/>
              <a:gd name="f21" fmla="val 3368675"/>
              <a:gd name="f22" fmla="val 3898582"/>
              <a:gd name="f23" fmla="val 3920991"/>
              <a:gd name="f24" fmla="val 4471988"/>
              <a:gd name="f25" fmla="val 3943400"/>
              <a:gd name="f26" fmla="val 678543"/>
              <a:gd name="f27" fmla="val 305710"/>
              <a:gd name="f28" fmla="val 2307316"/>
              <a:gd name="f29" fmla="val 909109"/>
              <a:gd name="f30" fmla="val 1011875"/>
              <a:gd name="f31" fmla="val 1072481"/>
              <a:gd name="f32" fmla="val 2291503"/>
              <a:gd name="f33" fmla="val 1119911"/>
              <a:gd name="f34" fmla="val 2234842"/>
              <a:gd name="f35" fmla="val 1192375"/>
              <a:gd name="f36" fmla="val 2147873"/>
              <a:gd name="f37" fmla="val 1198962"/>
              <a:gd name="f38" fmla="val 1971299"/>
              <a:gd name="f39" fmla="val 1615517"/>
              <a:gd name="f40" fmla="val 996191"/>
              <a:gd name="f41" fmla="val 641727"/>
              <a:gd name="f42" fmla="val 465153"/>
              <a:gd name="f43" fmla="val 378184"/>
              <a:gd name="f44" fmla="val 321522"/>
              <a:gd name="f45" fmla="val 1842869"/>
              <a:gd name="f46" fmla="val 3073618"/>
              <a:gd name="f47" fmla="val 3093384"/>
              <a:gd name="f48" fmla="val 3105243"/>
              <a:gd name="f49" fmla="val 5271"/>
              <a:gd name="f50" fmla="val 3114467"/>
              <a:gd name="f51" fmla="val 14495"/>
              <a:gd name="f52" fmla="val 3122374"/>
              <a:gd name="f53" fmla="val 22401"/>
              <a:gd name="f54" fmla="val 3128962"/>
              <a:gd name="f55" fmla="val 34261"/>
              <a:gd name="f56" fmla="val 54027"/>
              <a:gd name="f57" fmla="val 275402"/>
              <a:gd name="f58" fmla="val 295168"/>
              <a:gd name="f59" fmla="val 307028"/>
              <a:gd name="f60" fmla="val 314934"/>
              <a:gd name="f61" fmla="val 324158"/>
              <a:gd name="f62" fmla="val 329429"/>
              <a:gd name="f63" fmla="val 2679620"/>
              <a:gd name="f64" fmla="val 2558999"/>
              <a:gd name="f65" fmla="val 2578765"/>
              <a:gd name="f66" fmla="val 2674349"/>
              <a:gd name="f67" fmla="val 2590624"/>
              <a:gd name="f68" fmla="val 2665125"/>
              <a:gd name="f69" fmla="val 2598530"/>
              <a:gd name="f70" fmla="val 2657219"/>
              <a:gd name="f71" fmla="val 2607755"/>
              <a:gd name="f72" fmla="val 2645360"/>
              <a:gd name="f73" fmla="val 2613025"/>
              <a:gd name="f74" fmla="val 2625594"/>
              <a:gd name="f75" fmla="val 2290893"/>
              <a:gd name="f76" fmla="val 2271128"/>
              <a:gd name="f77" fmla="val 2259268"/>
              <a:gd name="f78" fmla="val 2250044"/>
              <a:gd name="f79" fmla="val 2240820"/>
              <a:gd name="f80" fmla="val 2235549"/>
              <a:gd name="f81" fmla="val 1823104"/>
              <a:gd name="f82" fmla="val 1811244"/>
              <a:gd name="f83" fmla="val 1802020"/>
              <a:gd name="f84" fmla="val 1792796"/>
              <a:gd name="f85" fmla="val 1787525"/>
              <a:gd name="f86" fmla="val 317544"/>
              <a:gd name="f87" fmla="val 972349"/>
              <a:gd name="f88" fmla="val 1226630"/>
              <a:gd name="f89" fmla="val 1382097"/>
              <a:gd name="f90" fmla="val 57980"/>
              <a:gd name="f91" fmla="val 1476958"/>
              <a:gd name="f92" fmla="val 179209"/>
              <a:gd name="f93" fmla="val 1615298"/>
              <a:gd name="f94" fmla="val 345241"/>
              <a:gd name="f95" fmla="val 1619250"/>
              <a:gd name="f96" fmla="val 614055"/>
              <a:gd name="f97" fmla="val 1025181"/>
              <a:gd name="f98" fmla="val 1587845"/>
              <a:gd name="f99" fmla="val 1998971"/>
              <a:gd name="f100" fmla="val 2267784"/>
              <a:gd name="f101" fmla="val 2433816"/>
              <a:gd name="f102" fmla="val 2555046"/>
              <a:gd name="f103" fmla="val 297781"/>
              <a:gd name="f104" fmla="val 285923"/>
              <a:gd name="f105" fmla="val 278018"/>
              <a:gd name="f106" fmla="val 268795"/>
              <a:gd name="f107" fmla="val 263525"/>
              <a:gd name="f108" fmla="val 3359213"/>
              <a:gd name="f109" fmla="val 3664991"/>
              <a:gd name="f110" fmla="val 3684762"/>
              <a:gd name="f111" fmla="val 3696624"/>
              <a:gd name="f112" fmla="val 5272"/>
              <a:gd name="f113" fmla="val 3705850"/>
              <a:gd name="f114" fmla="val 14497"/>
              <a:gd name="f115" fmla="val 3715076"/>
              <a:gd name="f116" fmla="val 22405"/>
              <a:gd name="f117" fmla="val 3720348"/>
              <a:gd name="f118" fmla="val 34266"/>
              <a:gd name="f119" fmla="val 54035"/>
              <a:gd name="f120" fmla="val 1903062"/>
              <a:gd name="f121" fmla="val 2103384"/>
              <a:gd name="f122" fmla="val 3738800"/>
              <a:gd name="f123" fmla="val 2214089"/>
              <a:gd name="f124" fmla="val 3798111"/>
              <a:gd name="f125" fmla="val 2279984"/>
              <a:gd name="f126" fmla="val 3841605"/>
              <a:gd name="f127" fmla="val 2328747"/>
              <a:gd name="f128" fmla="val 3899597"/>
              <a:gd name="f129" fmla="val 2349833"/>
              <a:gd name="f130" fmla="val 3976042"/>
              <a:gd name="f131" fmla="val 4060395"/>
              <a:gd name="f132" fmla="val 4121023"/>
              <a:gd name="f133" fmla="val 2326111"/>
              <a:gd name="f134" fmla="val 4163200"/>
              <a:gd name="f135" fmla="val 4226464"/>
              <a:gd name="f136" fmla="val 2211453"/>
              <a:gd name="f137" fmla="val 4240963"/>
              <a:gd name="f138" fmla="val 2096795"/>
              <a:gd name="f139" fmla="val 4246235"/>
              <a:gd name="f140" fmla="val 4255461"/>
              <a:gd name="f141" fmla="val 4263369"/>
              <a:gd name="f142" fmla="val 4276549"/>
              <a:gd name="f143" fmla="val 4295001"/>
              <a:gd name="f144" fmla="val 4602098"/>
              <a:gd name="f145" fmla="val 4621868"/>
              <a:gd name="f146" fmla="val 4633730"/>
              <a:gd name="f147" fmla="val 4641638"/>
              <a:gd name="f148" fmla="val 4650864"/>
              <a:gd name="f149" fmla="val 4656136"/>
              <a:gd name="f150" fmla="val 1904380"/>
              <a:gd name="f151" fmla="val 2153465"/>
              <a:gd name="f152" fmla="val 4627140"/>
              <a:gd name="f153" fmla="val 2319521"/>
              <a:gd name="f154" fmla="val 4507201"/>
              <a:gd name="f155" fmla="val 2459220"/>
              <a:gd name="f156" fmla="val 4405714"/>
              <a:gd name="f157" fmla="val 2577832"/>
              <a:gd name="f158" fmla="val 4239645"/>
              <a:gd name="f159" fmla="val 2646363"/>
              <a:gd name="f160" fmla="val 3981314"/>
              <a:gd name="f161" fmla="val 3726938"/>
              <a:gd name="f162" fmla="val 3559550"/>
              <a:gd name="f163" fmla="val 2581786"/>
              <a:gd name="f164" fmla="val 3447519"/>
              <a:gd name="f165" fmla="val 3340760"/>
              <a:gd name="f166" fmla="val 2341926"/>
              <a:gd name="f167" fmla="val 3305174"/>
              <a:gd name="f168" fmla="val 2173233"/>
              <a:gd name="f169" fmla="val 3310446"/>
              <a:gd name="f170" fmla="val 3318354"/>
              <a:gd name="f171" fmla="val 3327580"/>
              <a:gd name="f172" fmla="val 3339442"/>
              <a:gd name="f173" fmla="+- 0 0 -90"/>
              <a:gd name="f174" fmla="*/ f3 1 4933949"/>
              <a:gd name="f175" fmla="*/ f4 1 7196138"/>
              <a:gd name="f176" fmla="val f5"/>
              <a:gd name="f177" fmla="val f6"/>
              <a:gd name="f178" fmla="val f7"/>
              <a:gd name="f179" fmla="*/ f173 f0 1"/>
              <a:gd name="f180" fmla="+- f178 0 f176"/>
              <a:gd name="f181" fmla="+- f177 0 f176"/>
              <a:gd name="f182" fmla="*/ f179 1 f2"/>
              <a:gd name="f183" fmla="*/ f181 1 4933949"/>
              <a:gd name="f184" fmla="*/ f180 1 7196138"/>
              <a:gd name="f185" fmla="*/ 1050029 f181 1"/>
              <a:gd name="f186" fmla="*/ 6094413 f180 1"/>
              <a:gd name="f187" fmla="*/ 3883920 f181 1"/>
              <a:gd name="f188" fmla="*/ 4933949 f181 1"/>
              <a:gd name="f189" fmla="*/ 6645934 f180 1"/>
              <a:gd name="f190" fmla="*/ 7196138 f180 1"/>
              <a:gd name="f191" fmla="*/ 0 f181 1"/>
              <a:gd name="f192" fmla="*/ 4730750 f180 1"/>
              <a:gd name="f193" fmla="*/ 5283066 f180 1"/>
              <a:gd name="f194" fmla="*/ 5834063 f180 1"/>
              <a:gd name="f195" fmla="*/ 3368675 f180 1"/>
              <a:gd name="f196" fmla="*/ 3920991 f180 1"/>
              <a:gd name="f197" fmla="*/ 4471988 f180 1"/>
              <a:gd name="f198" fmla="*/ 678543 f181 1"/>
              <a:gd name="f199" fmla="*/ 305710 f180 1"/>
              <a:gd name="f200" fmla="*/ 2307316 f180 1"/>
              <a:gd name="f201" fmla="*/ 909109 f181 1"/>
              <a:gd name="f202" fmla="*/ 1119911 f181 1"/>
              <a:gd name="f203" fmla="*/ 2234842 f180 1"/>
              <a:gd name="f204" fmla="*/ 1198962 f181 1"/>
              <a:gd name="f205" fmla="*/ 1615517 f180 1"/>
              <a:gd name="f206" fmla="*/ 996191 f180 1"/>
              <a:gd name="f207" fmla="*/ 378184 f180 1"/>
              <a:gd name="f208" fmla="*/ 1842869 f181 1"/>
              <a:gd name="f209" fmla="*/ 0 f180 1"/>
              <a:gd name="f210" fmla="*/ 3073618 f181 1"/>
              <a:gd name="f211" fmla="*/ 3114467 f181 1"/>
              <a:gd name="f212" fmla="*/ 14495 f180 1"/>
              <a:gd name="f213" fmla="*/ 3128962 f181 1"/>
              <a:gd name="f214" fmla="*/ 54027 f180 1"/>
              <a:gd name="f215" fmla="*/ 275402 f180 1"/>
              <a:gd name="f216" fmla="*/ 314934 f180 1"/>
              <a:gd name="f217" fmla="*/ 329429 f180 1"/>
              <a:gd name="f218" fmla="*/ 2679620 f181 1"/>
              <a:gd name="f219" fmla="*/ 2558999 f180 1"/>
              <a:gd name="f220" fmla="*/ 2665125 f181 1"/>
              <a:gd name="f221" fmla="*/ 2598530 f180 1"/>
              <a:gd name="f222" fmla="*/ 2625594 f181 1"/>
              <a:gd name="f223" fmla="*/ 2613025 f180 1"/>
              <a:gd name="f224" fmla="*/ 2290893 f181 1"/>
              <a:gd name="f225" fmla="*/ 2250044 f181 1"/>
              <a:gd name="f226" fmla="*/ 2235549 f181 1"/>
              <a:gd name="f227" fmla="*/ 1802020 f181 1"/>
              <a:gd name="f228" fmla="*/ 1787525 f181 1"/>
              <a:gd name="f229" fmla="*/ 317544 f181 1"/>
              <a:gd name="f230" fmla="*/ 972349 f181 1"/>
              <a:gd name="f231" fmla="*/ 1476958 f181 1"/>
              <a:gd name="f232" fmla="*/ 179209 f180 1"/>
              <a:gd name="f233" fmla="*/ 1619250 f181 1"/>
              <a:gd name="f234" fmla="*/ 1025181 f180 1"/>
              <a:gd name="f235" fmla="*/ 1587845 f180 1"/>
              <a:gd name="f236" fmla="*/ 2433816 f180 1"/>
              <a:gd name="f237" fmla="*/ 278018 f181 1"/>
              <a:gd name="f238" fmla="*/ 263525 f181 1"/>
              <a:gd name="f239" fmla="*/ 3359213 f181 1"/>
              <a:gd name="f240" fmla="*/ 3664991 f181 1"/>
              <a:gd name="f241" fmla="*/ 3705850 f181 1"/>
              <a:gd name="f242" fmla="*/ 14497 f180 1"/>
              <a:gd name="f243" fmla="*/ 3720348 f181 1"/>
              <a:gd name="f244" fmla="*/ 54035 f180 1"/>
              <a:gd name="f245" fmla="*/ 1903062 f180 1"/>
              <a:gd name="f246" fmla="*/ 3798111 f181 1"/>
              <a:gd name="f247" fmla="*/ 2279984 f180 1"/>
              <a:gd name="f248" fmla="*/ 3976042 f181 1"/>
              <a:gd name="f249" fmla="*/ 2349833 f180 1"/>
              <a:gd name="f250" fmla="*/ 4163200 f181 1"/>
              <a:gd name="f251" fmla="*/ 4240963 f181 1"/>
              <a:gd name="f252" fmla="*/ 4255461 f181 1"/>
              <a:gd name="f253" fmla="*/ 4295001 f181 1"/>
              <a:gd name="f254" fmla="*/ 4602098 f181 1"/>
              <a:gd name="f255" fmla="*/ 4641638 f181 1"/>
              <a:gd name="f256" fmla="*/ 4656136 f181 1"/>
              <a:gd name="f257" fmla="*/ 1904380 f180 1"/>
              <a:gd name="f258" fmla="*/ 4507201 f181 1"/>
              <a:gd name="f259" fmla="*/ 2459220 f180 1"/>
              <a:gd name="f260" fmla="*/ 3981314 f181 1"/>
              <a:gd name="f261" fmla="*/ 2646363 f180 1"/>
              <a:gd name="f262" fmla="*/ 3447519 f181 1"/>
              <a:gd name="f263" fmla="*/ 3305174 f181 1"/>
              <a:gd name="f264" fmla="*/ 3318354 f181 1"/>
              <a:gd name="f265" fmla="+- f182 0 f1"/>
              <a:gd name="f266" fmla="*/ f185 1 4933949"/>
              <a:gd name="f267" fmla="*/ f186 1 7196138"/>
              <a:gd name="f268" fmla="*/ f187 1 4933949"/>
              <a:gd name="f269" fmla="*/ f188 1 4933949"/>
              <a:gd name="f270" fmla="*/ f189 1 7196138"/>
              <a:gd name="f271" fmla="*/ f190 1 7196138"/>
              <a:gd name="f272" fmla="*/ f191 1 4933949"/>
              <a:gd name="f273" fmla="*/ f192 1 7196138"/>
              <a:gd name="f274" fmla="*/ f193 1 7196138"/>
              <a:gd name="f275" fmla="*/ f194 1 7196138"/>
              <a:gd name="f276" fmla="*/ f195 1 7196138"/>
              <a:gd name="f277" fmla="*/ f196 1 7196138"/>
              <a:gd name="f278" fmla="*/ f197 1 7196138"/>
              <a:gd name="f279" fmla="*/ f198 1 4933949"/>
              <a:gd name="f280" fmla="*/ f199 1 7196138"/>
              <a:gd name="f281" fmla="*/ f200 1 7196138"/>
              <a:gd name="f282" fmla="*/ f201 1 4933949"/>
              <a:gd name="f283" fmla="*/ f202 1 4933949"/>
              <a:gd name="f284" fmla="*/ f203 1 7196138"/>
              <a:gd name="f285" fmla="*/ f204 1 4933949"/>
              <a:gd name="f286" fmla="*/ f205 1 7196138"/>
              <a:gd name="f287" fmla="*/ f206 1 7196138"/>
              <a:gd name="f288" fmla="*/ f207 1 7196138"/>
              <a:gd name="f289" fmla="*/ f208 1 4933949"/>
              <a:gd name="f290" fmla="*/ f209 1 7196138"/>
              <a:gd name="f291" fmla="*/ f210 1 4933949"/>
              <a:gd name="f292" fmla="*/ f211 1 4933949"/>
              <a:gd name="f293" fmla="*/ f212 1 7196138"/>
              <a:gd name="f294" fmla="*/ f213 1 4933949"/>
              <a:gd name="f295" fmla="*/ f214 1 7196138"/>
              <a:gd name="f296" fmla="*/ f215 1 7196138"/>
              <a:gd name="f297" fmla="*/ f216 1 7196138"/>
              <a:gd name="f298" fmla="*/ f217 1 7196138"/>
              <a:gd name="f299" fmla="*/ f218 1 4933949"/>
              <a:gd name="f300" fmla="*/ f219 1 7196138"/>
              <a:gd name="f301" fmla="*/ f220 1 4933949"/>
              <a:gd name="f302" fmla="*/ f221 1 7196138"/>
              <a:gd name="f303" fmla="*/ f222 1 4933949"/>
              <a:gd name="f304" fmla="*/ f223 1 7196138"/>
              <a:gd name="f305" fmla="*/ f224 1 4933949"/>
              <a:gd name="f306" fmla="*/ f225 1 4933949"/>
              <a:gd name="f307" fmla="*/ f226 1 4933949"/>
              <a:gd name="f308" fmla="*/ f227 1 4933949"/>
              <a:gd name="f309" fmla="*/ f228 1 4933949"/>
              <a:gd name="f310" fmla="*/ f229 1 4933949"/>
              <a:gd name="f311" fmla="*/ f230 1 4933949"/>
              <a:gd name="f312" fmla="*/ f231 1 4933949"/>
              <a:gd name="f313" fmla="*/ f232 1 7196138"/>
              <a:gd name="f314" fmla="*/ f233 1 4933949"/>
              <a:gd name="f315" fmla="*/ f234 1 7196138"/>
              <a:gd name="f316" fmla="*/ f235 1 7196138"/>
              <a:gd name="f317" fmla="*/ f236 1 7196138"/>
              <a:gd name="f318" fmla="*/ f237 1 4933949"/>
              <a:gd name="f319" fmla="*/ f238 1 4933949"/>
              <a:gd name="f320" fmla="*/ f239 1 4933949"/>
              <a:gd name="f321" fmla="*/ f240 1 4933949"/>
              <a:gd name="f322" fmla="*/ f241 1 4933949"/>
              <a:gd name="f323" fmla="*/ f242 1 7196138"/>
              <a:gd name="f324" fmla="*/ f243 1 4933949"/>
              <a:gd name="f325" fmla="*/ f244 1 7196138"/>
              <a:gd name="f326" fmla="*/ f245 1 7196138"/>
              <a:gd name="f327" fmla="*/ f246 1 4933949"/>
              <a:gd name="f328" fmla="*/ f247 1 7196138"/>
              <a:gd name="f329" fmla="*/ f248 1 4933949"/>
              <a:gd name="f330" fmla="*/ f249 1 7196138"/>
              <a:gd name="f331" fmla="*/ f250 1 4933949"/>
              <a:gd name="f332" fmla="*/ f251 1 4933949"/>
              <a:gd name="f333" fmla="*/ f252 1 4933949"/>
              <a:gd name="f334" fmla="*/ f253 1 4933949"/>
              <a:gd name="f335" fmla="*/ f254 1 4933949"/>
              <a:gd name="f336" fmla="*/ f255 1 4933949"/>
              <a:gd name="f337" fmla="*/ f256 1 4933949"/>
              <a:gd name="f338" fmla="*/ f257 1 7196138"/>
              <a:gd name="f339" fmla="*/ f258 1 4933949"/>
              <a:gd name="f340" fmla="*/ f259 1 7196138"/>
              <a:gd name="f341" fmla="*/ f260 1 4933949"/>
              <a:gd name="f342" fmla="*/ f261 1 7196138"/>
              <a:gd name="f343" fmla="*/ f262 1 4933949"/>
              <a:gd name="f344" fmla="*/ f263 1 4933949"/>
              <a:gd name="f345" fmla="*/ f264 1 4933949"/>
              <a:gd name="f346" fmla="*/ f176 1 f183"/>
              <a:gd name="f347" fmla="*/ f177 1 f183"/>
              <a:gd name="f348" fmla="*/ f176 1 f184"/>
              <a:gd name="f349" fmla="*/ f178 1 f184"/>
              <a:gd name="f350" fmla="*/ f266 1 f183"/>
              <a:gd name="f351" fmla="*/ f267 1 f184"/>
              <a:gd name="f352" fmla="*/ f268 1 f183"/>
              <a:gd name="f353" fmla="*/ f269 1 f183"/>
              <a:gd name="f354" fmla="*/ f270 1 f184"/>
              <a:gd name="f355" fmla="*/ f271 1 f184"/>
              <a:gd name="f356" fmla="*/ f272 1 f183"/>
              <a:gd name="f357" fmla="*/ f273 1 f184"/>
              <a:gd name="f358" fmla="*/ f274 1 f184"/>
              <a:gd name="f359" fmla="*/ f275 1 f184"/>
              <a:gd name="f360" fmla="*/ f276 1 f184"/>
              <a:gd name="f361" fmla="*/ f277 1 f184"/>
              <a:gd name="f362" fmla="*/ f278 1 f184"/>
              <a:gd name="f363" fmla="*/ f279 1 f183"/>
              <a:gd name="f364" fmla="*/ f280 1 f184"/>
              <a:gd name="f365" fmla="*/ f281 1 f184"/>
              <a:gd name="f366" fmla="*/ f282 1 f183"/>
              <a:gd name="f367" fmla="*/ f283 1 f183"/>
              <a:gd name="f368" fmla="*/ f284 1 f184"/>
              <a:gd name="f369" fmla="*/ f285 1 f183"/>
              <a:gd name="f370" fmla="*/ f286 1 f184"/>
              <a:gd name="f371" fmla="*/ f287 1 f184"/>
              <a:gd name="f372" fmla="*/ f288 1 f184"/>
              <a:gd name="f373" fmla="*/ f289 1 f183"/>
              <a:gd name="f374" fmla="*/ f290 1 f184"/>
              <a:gd name="f375" fmla="*/ f291 1 f183"/>
              <a:gd name="f376" fmla="*/ f292 1 f183"/>
              <a:gd name="f377" fmla="*/ f293 1 f184"/>
              <a:gd name="f378" fmla="*/ f294 1 f183"/>
              <a:gd name="f379" fmla="*/ f295 1 f184"/>
              <a:gd name="f380" fmla="*/ f296 1 f184"/>
              <a:gd name="f381" fmla="*/ f297 1 f184"/>
              <a:gd name="f382" fmla="*/ f298 1 f184"/>
              <a:gd name="f383" fmla="*/ f299 1 f183"/>
              <a:gd name="f384" fmla="*/ f300 1 f184"/>
              <a:gd name="f385" fmla="*/ f301 1 f183"/>
              <a:gd name="f386" fmla="*/ f302 1 f184"/>
              <a:gd name="f387" fmla="*/ f303 1 f183"/>
              <a:gd name="f388" fmla="*/ f304 1 f184"/>
              <a:gd name="f389" fmla="*/ f305 1 f183"/>
              <a:gd name="f390" fmla="*/ f306 1 f183"/>
              <a:gd name="f391" fmla="*/ f307 1 f183"/>
              <a:gd name="f392" fmla="*/ f308 1 f183"/>
              <a:gd name="f393" fmla="*/ f309 1 f183"/>
              <a:gd name="f394" fmla="*/ f310 1 f183"/>
              <a:gd name="f395" fmla="*/ f311 1 f183"/>
              <a:gd name="f396" fmla="*/ f312 1 f183"/>
              <a:gd name="f397" fmla="*/ f313 1 f184"/>
              <a:gd name="f398" fmla="*/ f314 1 f183"/>
              <a:gd name="f399" fmla="*/ f315 1 f184"/>
              <a:gd name="f400" fmla="*/ f316 1 f184"/>
              <a:gd name="f401" fmla="*/ f317 1 f184"/>
              <a:gd name="f402" fmla="*/ f318 1 f183"/>
              <a:gd name="f403" fmla="*/ f319 1 f183"/>
              <a:gd name="f404" fmla="*/ f320 1 f183"/>
              <a:gd name="f405" fmla="*/ f321 1 f183"/>
              <a:gd name="f406" fmla="*/ f322 1 f183"/>
              <a:gd name="f407" fmla="*/ f323 1 f184"/>
              <a:gd name="f408" fmla="*/ f324 1 f183"/>
              <a:gd name="f409" fmla="*/ f325 1 f184"/>
              <a:gd name="f410" fmla="*/ f326 1 f184"/>
              <a:gd name="f411" fmla="*/ f327 1 f183"/>
              <a:gd name="f412" fmla="*/ f328 1 f184"/>
              <a:gd name="f413" fmla="*/ f329 1 f183"/>
              <a:gd name="f414" fmla="*/ f330 1 f184"/>
              <a:gd name="f415" fmla="*/ f331 1 f183"/>
              <a:gd name="f416" fmla="*/ f332 1 f183"/>
              <a:gd name="f417" fmla="*/ f333 1 f183"/>
              <a:gd name="f418" fmla="*/ f334 1 f183"/>
              <a:gd name="f419" fmla="*/ f335 1 f183"/>
              <a:gd name="f420" fmla="*/ f336 1 f183"/>
              <a:gd name="f421" fmla="*/ f337 1 f183"/>
              <a:gd name="f422" fmla="*/ f338 1 f184"/>
              <a:gd name="f423" fmla="*/ f339 1 f183"/>
              <a:gd name="f424" fmla="*/ f340 1 f184"/>
              <a:gd name="f425" fmla="*/ f341 1 f183"/>
              <a:gd name="f426" fmla="*/ f342 1 f184"/>
              <a:gd name="f427" fmla="*/ f343 1 f183"/>
              <a:gd name="f428" fmla="*/ f344 1 f183"/>
              <a:gd name="f429" fmla="*/ f345 1 f183"/>
              <a:gd name="f430" fmla="*/ f346 f174 1"/>
              <a:gd name="f431" fmla="*/ f347 f174 1"/>
              <a:gd name="f432" fmla="*/ f349 f175 1"/>
              <a:gd name="f433" fmla="*/ f348 f175 1"/>
              <a:gd name="f434" fmla="*/ f350 f174 1"/>
              <a:gd name="f435" fmla="*/ f351 f175 1"/>
              <a:gd name="f436" fmla="*/ f352 f174 1"/>
              <a:gd name="f437" fmla="*/ f353 f174 1"/>
              <a:gd name="f438" fmla="*/ f354 f175 1"/>
              <a:gd name="f439" fmla="*/ f355 f175 1"/>
              <a:gd name="f440" fmla="*/ f356 f174 1"/>
              <a:gd name="f441" fmla="*/ f357 f175 1"/>
              <a:gd name="f442" fmla="*/ f358 f175 1"/>
              <a:gd name="f443" fmla="*/ f359 f175 1"/>
              <a:gd name="f444" fmla="*/ f360 f175 1"/>
              <a:gd name="f445" fmla="*/ f361 f175 1"/>
              <a:gd name="f446" fmla="*/ f362 f175 1"/>
              <a:gd name="f447" fmla="*/ f363 f174 1"/>
              <a:gd name="f448" fmla="*/ f364 f175 1"/>
              <a:gd name="f449" fmla="*/ f365 f175 1"/>
              <a:gd name="f450" fmla="*/ f366 f174 1"/>
              <a:gd name="f451" fmla="*/ f367 f174 1"/>
              <a:gd name="f452" fmla="*/ f368 f175 1"/>
              <a:gd name="f453" fmla="*/ f369 f174 1"/>
              <a:gd name="f454" fmla="*/ f370 f175 1"/>
              <a:gd name="f455" fmla="*/ f371 f175 1"/>
              <a:gd name="f456" fmla="*/ f372 f175 1"/>
              <a:gd name="f457" fmla="*/ f373 f174 1"/>
              <a:gd name="f458" fmla="*/ f374 f175 1"/>
              <a:gd name="f459" fmla="*/ f375 f174 1"/>
              <a:gd name="f460" fmla="*/ f376 f174 1"/>
              <a:gd name="f461" fmla="*/ f377 f175 1"/>
              <a:gd name="f462" fmla="*/ f378 f174 1"/>
              <a:gd name="f463" fmla="*/ f379 f175 1"/>
              <a:gd name="f464" fmla="*/ f380 f175 1"/>
              <a:gd name="f465" fmla="*/ f381 f175 1"/>
              <a:gd name="f466" fmla="*/ f382 f175 1"/>
              <a:gd name="f467" fmla="*/ f383 f174 1"/>
              <a:gd name="f468" fmla="*/ f384 f175 1"/>
              <a:gd name="f469" fmla="*/ f385 f174 1"/>
              <a:gd name="f470" fmla="*/ f386 f175 1"/>
              <a:gd name="f471" fmla="*/ f387 f174 1"/>
              <a:gd name="f472" fmla="*/ f388 f175 1"/>
              <a:gd name="f473" fmla="*/ f389 f174 1"/>
              <a:gd name="f474" fmla="*/ f390 f174 1"/>
              <a:gd name="f475" fmla="*/ f391 f174 1"/>
              <a:gd name="f476" fmla="*/ f392 f174 1"/>
              <a:gd name="f477" fmla="*/ f393 f174 1"/>
              <a:gd name="f478" fmla="*/ f394 f174 1"/>
              <a:gd name="f479" fmla="*/ f395 f174 1"/>
              <a:gd name="f480" fmla="*/ f396 f174 1"/>
              <a:gd name="f481" fmla="*/ f397 f175 1"/>
              <a:gd name="f482" fmla="*/ f398 f174 1"/>
              <a:gd name="f483" fmla="*/ f399 f175 1"/>
              <a:gd name="f484" fmla="*/ f400 f175 1"/>
              <a:gd name="f485" fmla="*/ f401 f175 1"/>
              <a:gd name="f486" fmla="*/ f402 f174 1"/>
              <a:gd name="f487" fmla="*/ f403 f174 1"/>
              <a:gd name="f488" fmla="*/ f404 f174 1"/>
              <a:gd name="f489" fmla="*/ f405 f174 1"/>
              <a:gd name="f490" fmla="*/ f406 f174 1"/>
              <a:gd name="f491" fmla="*/ f407 f175 1"/>
              <a:gd name="f492" fmla="*/ f408 f174 1"/>
              <a:gd name="f493" fmla="*/ f409 f175 1"/>
              <a:gd name="f494" fmla="*/ f410 f175 1"/>
              <a:gd name="f495" fmla="*/ f411 f174 1"/>
              <a:gd name="f496" fmla="*/ f412 f175 1"/>
              <a:gd name="f497" fmla="*/ f413 f174 1"/>
              <a:gd name="f498" fmla="*/ f414 f175 1"/>
              <a:gd name="f499" fmla="*/ f415 f174 1"/>
              <a:gd name="f500" fmla="*/ f416 f174 1"/>
              <a:gd name="f501" fmla="*/ f417 f174 1"/>
              <a:gd name="f502" fmla="*/ f418 f174 1"/>
              <a:gd name="f503" fmla="*/ f419 f174 1"/>
              <a:gd name="f504" fmla="*/ f420 f174 1"/>
              <a:gd name="f505" fmla="*/ f421 f174 1"/>
              <a:gd name="f506" fmla="*/ f422 f175 1"/>
              <a:gd name="f507" fmla="*/ f423 f174 1"/>
              <a:gd name="f508" fmla="*/ f424 f175 1"/>
              <a:gd name="f509" fmla="*/ f425 f174 1"/>
              <a:gd name="f510" fmla="*/ f426 f175 1"/>
              <a:gd name="f511" fmla="*/ f427 f174 1"/>
              <a:gd name="f512" fmla="*/ f428 f174 1"/>
              <a:gd name="f513" fmla="*/ f429 f17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65">
                <a:pos x="f434" y="f435"/>
              </a:cxn>
              <a:cxn ang="f265">
                <a:pos x="f436" y="f435"/>
              </a:cxn>
              <a:cxn ang="f265">
                <a:pos x="f437" y="f438"/>
              </a:cxn>
              <a:cxn ang="f265">
                <a:pos x="f436" y="f439"/>
              </a:cxn>
              <a:cxn ang="f265">
                <a:pos x="f434" y="f439"/>
              </a:cxn>
              <a:cxn ang="f265">
                <a:pos x="f440" y="f438"/>
              </a:cxn>
              <a:cxn ang="f265">
                <a:pos x="f434" y="f435"/>
              </a:cxn>
              <a:cxn ang="f265">
                <a:pos x="f434" y="f441"/>
              </a:cxn>
              <a:cxn ang="f265">
                <a:pos x="f436" y="f441"/>
              </a:cxn>
              <a:cxn ang="f265">
                <a:pos x="f437" y="f442"/>
              </a:cxn>
              <a:cxn ang="f265">
                <a:pos x="f436" y="f443"/>
              </a:cxn>
              <a:cxn ang="f265">
                <a:pos x="f434" y="f443"/>
              </a:cxn>
              <a:cxn ang="f265">
                <a:pos x="f440" y="f442"/>
              </a:cxn>
              <a:cxn ang="f265">
                <a:pos x="f434" y="f441"/>
              </a:cxn>
              <a:cxn ang="f265">
                <a:pos x="f434" y="f444"/>
              </a:cxn>
              <a:cxn ang="f265">
                <a:pos x="f436" y="f444"/>
              </a:cxn>
              <a:cxn ang="f265">
                <a:pos x="f437" y="f445"/>
              </a:cxn>
              <a:cxn ang="f265">
                <a:pos x="f436" y="f446"/>
              </a:cxn>
              <a:cxn ang="f265">
                <a:pos x="f434" y="f446"/>
              </a:cxn>
              <a:cxn ang="f265">
                <a:pos x="f440" y="f445"/>
              </a:cxn>
              <a:cxn ang="f265">
                <a:pos x="f434" y="f444"/>
              </a:cxn>
              <a:cxn ang="f265">
                <a:pos x="f447" y="f448"/>
              </a:cxn>
              <a:cxn ang="f265">
                <a:pos x="f447" y="f449"/>
              </a:cxn>
              <a:cxn ang="f265">
                <a:pos x="f450" y="f449"/>
              </a:cxn>
              <a:cxn ang="f265">
                <a:pos x="f451" y="f452"/>
              </a:cxn>
              <a:cxn ang="f265">
                <a:pos x="f453" y="f454"/>
              </a:cxn>
              <a:cxn ang="f265">
                <a:pos x="f453" y="f455"/>
              </a:cxn>
              <a:cxn ang="f265">
                <a:pos x="f451" y="f456"/>
              </a:cxn>
              <a:cxn ang="f265">
                <a:pos x="f450" y="f448"/>
              </a:cxn>
              <a:cxn ang="f265">
                <a:pos x="f447" y="f448"/>
              </a:cxn>
              <a:cxn ang="f265">
                <a:pos x="f457" y="f458"/>
              </a:cxn>
              <a:cxn ang="f265">
                <a:pos x="f459" y="f458"/>
              </a:cxn>
              <a:cxn ang="f265">
                <a:pos x="f460" y="f461"/>
              </a:cxn>
              <a:cxn ang="f265">
                <a:pos x="f462" y="f463"/>
              </a:cxn>
              <a:cxn ang="f265">
                <a:pos x="f462" y="f464"/>
              </a:cxn>
              <a:cxn ang="f265">
                <a:pos x="f460" y="f465"/>
              </a:cxn>
              <a:cxn ang="f265">
                <a:pos x="f459" y="f466"/>
              </a:cxn>
              <a:cxn ang="f265">
                <a:pos x="f467" y="f466"/>
              </a:cxn>
              <a:cxn ang="f265">
                <a:pos x="f467" y="f468"/>
              </a:cxn>
              <a:cxn ang="f265">
                <a:pos x="f469" y="f470"/>
              </a:cxn>
              <a:cxn ang="f265">
                <a:pos x="f471" y="f472"/>
              </a:cxn>
              <a:cxn ang="f265">
                <a:pos x="f473" y="f472"/>
              </a:cxn>
              <a:cxn ang="f265">
                <a:pos x="f474" y="f470"/>
              </a:cxn>
              <a:cxn ang="f265">
                <a:pos x="f475" y="f468"/>
              </a:cxn>
              <a:cxn ang="f265">
                <a:pos x="f475" y="f466"/>
              </a:cxn>
              <a:cxn ang="f265">
                <a:pos x="f457" y="f466"/>
              </a:cxn>
              <a:cxn ang="f265">
                <a:pos x="f476" y="f465"/>
              </a:cxn>
              <a:cxn ang="f265">
                <a:pos x="f477" y="f464"/>
              </a:cxn>
              <a:cxn ang="f265">
                <a:pos x="f477" y="f463"/>
              </a:cxn>
              <a:cxn ang="f265">
                <a:pos x="f476" y="f461"/>
              </a:cxn>
              <a:cxn ang="f265">
                <a:pos x="f457" y="f458"/>
              </a:cxn>
              <a:cxn ang="f265">
                <a:pos x="f478" y="f458"/>
              </a:cxn>
              <a:cxn ang="f265">
                <a:pos x="f479" y="f458"/>
              </a:cxn>
              <a:cxn ang="f265">
                <a:pos x="f480" y="f481"/>
              </a:cxn>
              <a:cxn ang="f265">
                <a:pos x="f482" y="f483"/>
              </a:cxn>
              <a:cxn ang="f265">
                <a:pos x="f482" y="f484"/>
              </a:cxn>
              <a:cxn ang="f265">
                <a:pos x="f480" y="f485"/>
              </a:cxn>
              <a:cxn ang="f265">
                <a:pos x="f479" y="f472"/>
              </a:cxn>
              <a:cxn ang="f265">
                <a:pos x="f478" y="f472"/>
              </a:cxn>
              <a:cxn ang="f265">
                <a:pos x="f486" y="f470"/>
              </a:cxn>
              <a:cxn ang="f265">
                <a:pos x="f487" y="f468"/>
              </a:cxn>
              <a:cxn ang="f265">
                <a:pos x="f487" y="f463"/>
              </a:cxn>
              <a:cxn ang="f265">
                <a:pos x="f486" y="f461"/>
              </a:cxn>
              <a:cxn ang="f265">
                <a:pos x="f478" y="f458"/>
              </a:cxn>
              <a:cxn ang="f265">
                <a:pos x="f488" y="f458"/>
              </a:cxn>
              <a:cxn ang="f265">
                <a:pos x="f489" y="f458"/>
              </a:cxn>
              <a:cxn ang="f265">
                <a:pos x="f490" y="f491"/>
              </a:cxn>
              <a:cxn ang="f265">
                <a:pos x="f492" y="f493"/>
              </a:cxn>
              <a:cxn ang="f265">
                <a:pos x="f492" y="f494"/>
              </a:cxn>
              <a:cxn ang="f265">
                <a:pos x="f495" y="f496"/>
              </a:cxn>
              <a:cxn ang="f265">
                <a:pos x="f497" y="f498"/>
              </a:cxn>
              <a:cxn ang="f265">
                <a:pos x="f499" y="f496"/>
              </a:cxn>
              <a:cxn ang="f265">
                <a:pos x="f500" y="f494"/>
              </a:cxn>
              <a:cxn ang="f265">
                <a:pos x="f500" y="f493"/>
              </a:cxn>
              <a:cxn ang="f265">
                <a:pos x="f501" y="f491"/>
              </a:cxn>
              <a:cxn ang="f265">
                <a:pos x="f502" y="f458"/>
              </a:cxn>
              <a:cxn ang="f265">
                <a:pos x="f503" y="f458"/>
              </a:cxn>
              <a:cxn ang="f265">
                <a:pos x="f504" y="f491"/>
              </a:cxn>
              <a:cxn ang="f265">
                <a:pos x="f505" y="f493"/>
              </a:cxn>
              <a:cxn ang="f265">
                <a:pos x="f505" y="f506"/>
              </a:cxn>
              <a:cxn ang="f265">
                <a:pos x="f507" y="f508"/>
              </a:cxn>
              <a:cxn ang="f265">
                <a:pos x="f509" y="f510"/>
              </a:cxn>
              <a:cxn ang="f265">
                <a:pos x="f511" y="f508"/>
              </a:cxn>
              <a:cxn ang="f265">
                <a:pos x="f512" y="f506"/>
              </a:cxn>
              <a:cxn ang="f265">
                <a:pos x="f512" y="f493"/>
              </a:cxn>
              <a:cxn ang="f265">
                <a:pos x="f513" y="f491"/>
              </a:cxn>
              <a:cxn ang="f265">
                <a:pos x="f488" y="f458"/>
              </a:cxn>
            </a:cxnLst>
            <a:rect l="f430" t="f433" r="f431" b="f432"/>
            <a:pathLst>
              <a:path w="4933949" h="7196138">
                <a:moveTo>
                  <a:pt x="f8" y="f9"/>
                </a:moveTo>
                <a:cubicBezTo>
                  <a:pt x="f10" y="f11"/>
                  <a:pt x="f12" y="f11"/>
                  <a:pt x="f13" y="f9"/>
                </a:cubicBezTo>
                <a:cubicBezTo>
                  <a:pt x="f13" y="f9"/>
                  <a:pt x="f13" y="f9"/>
                  <a:pt x="f6" y="f14"/>
                </a:cubicBezTo>
                <a:cubicBezTo>
                  <a:pt x="f6" y="f14"/>
                  <a:pt x="f6" y="f14"/>
                  <a:pt x="f13" y="f7"/>
                </a:cubicBezTo>
                <a:cubicBezTo>
                  <a:pt x="f12" y="f15"/>
                  <a:pt x="f10" y="f15"/>
                  <a:pt x="f8" y="f7"/>
                </a:cubicBezTo>
                <a:cubicBezTo>
                  <a:pt x="f8" y="f7"/>
                  <a:pt x="f8" y="f7"/>
                  <a:pt x="f5" y="f14"/>
                </a:cubicBezTo>
                <a:cubicBezTo>
                  <a:pt x="f5" y="f14"/>
                  <a:pt x="f5" y="f14"/>
                  <a:pt x="f8" y="f9"/>
                </a:cubicBezTo>
                <a:close/>
                <a:moveTo>
                  <a:pt x="f8" y="f16"/>
                </a:moveTo>
                <a:cubicBezTo>
                  <a:pt x="f10" y="f17"/>
                  <a:pt x="f12" y="f17"/>
                  <a:pt x="f13" y="f16"/>
                </a:cubicBezTo>
                <a:cubicBezTo>
                  <a:pt x="f13" y="f16"/>
                  <a:pt x="f13" y="f16"/>
                  <a:pt x="f6" y="f18"/>
                </a:cubicBezTo>
                <a:cubicBezTo>
                  <a:pt x="f6" y="f18"/>
                  <a:pt x="f6" y="f18"/>
                  <a:pt x="f13" y="f19"/>
                </a:cubicBezTo>
                <a:cubicBezTo>
                  <a:pt x="f12" y="f20"/>
                  <a:pt x="f10" y="f20"/>
                  <a:pt x="f8" y="f19"/>
                </a:cubicBezTo>
                <a:cubicBezTo>
                  <a:pt x="f8" y="f19"/>
                  <a:pt x="f8" y="f19"/>
                  <a:pt x="f5" y="f18"/>
                </a:cubicBezTo>
                <a:cubicBezTo>
                  <a:pt x="f5" y="f18"/>
                  <a:pt x="f5" y="f18"/>
                  <a:pt x="f8" y="f16"/>
                </a:cubicBezTo>
                <a:close/>
                <a:moveTo>
                  <a:pt x="f8" y="f21"/>
                </a:moveTo>
                <a:cubicBezTo>
                  <a:pt x="f10" y="f22"/>
                  <a:pt x="f12" y="f22"/>
                  <a:pt x="f13" y="f21"/>
                </a:cubicBezTo>
                <a:cubicBezTo>
                  <a:pt x="f13" y="f21"/>
                  <a:pt x="f13" y="f21"/>
                  <a:pt x="f6" y="f23"/>
                </a:cubicBezTo>
                <a:cubicBezTo>
                  <a:pt x="f6" y="f23"/>
                  <a:pt x="f6" y="f23"/>
                  <a:pt x="f13" y="f24"/>
                </a:cubicBezTo>
                <a:cubicBezTo>
                  <a:pt x="f12" y="f25"/>
                  <a:pt x="f10" y="f25"/>
                  <a:pt x="f8" y="f24"/>
                </a:cubicBezTo>
                <a:cubicBezTo>
                  <a:pt x="f8" y="f24"/>
                  <a:pt x="f8" y="f24"/>
                  <a:pt x="f5" y="f23"/>
                </a:cubicBezTo>
                <a:cubicBezTo>
                  <a:pt x="f5" y="f23"/>
                  <a:pt x="f5" y="f23"/>
                  <a:pt x="f8" y="f21"/>
                </a:cubicBezTo>
                <a:close/>
                <a:moveTo>
                  <a:pt x="f26" y="f27"/>
                </a:moveTo>
                <a:lnTo>
                  <a:pt x="f26" y="f28"/>
                </a:lnTo>
                <a:cubicBezTo>
                  <a:pt x="f26" y="f28"/>
                  <a:pt x="f26" y="f28"/>
                  <a:pt x="f29" y="f28"/>
                </a:cubicBezTo>
                <a:cubicBezTo>
                  <a:pt x="f30" y="f28"/>
                  <a:pt x="f31" y="f32"/>
                  <a:pt x="f33" y="f34"/>
                </a:cubicBezTo>
                <a:cubicBezTo>
                  <a:pt x="f35" y="f36"/>
                  <a:pt x="f37" y="f38"/>
                  <a:pt x="f37" y="f39"/>
                </a:cubicBezTo>
                <a:cubicBezTo>
                  <a:pt x="f37" y="f39"/>
                  <a:pt x="f37" y="f39"/>
                  <a:pt x="f37" y="f40"/>
                </a:cubicBezTo>
                <a:cubicBezTo>
                  <a:pt x="f37" y="f41"/>
                  <a:pt x="f35" y="f42"/>
                  <a:pt x="f33" y="f43"/>
                </a:cubicBezTo>
                <a:cubicBezTo>
                  <a:pt x="f31" y="f44"/>
                  <a:pt x="f30" y="f27"/>
                  <a:pt x="f29" y="f27"/>
                </a:cubicBezTo>
                <a:cubicBezTo>
                  <a:pt x="f29" y="f27"/>
                  <a:pt x="f29" y="f27"/>
                  <a:pt x="f26" y="f27"/>
                </a:cubicBezTo>
                <a:close/>
                <a:moveTo>
                  <a:pt x="f45" y="f5"/>
                </a:moveTo>
                <a:cubicBezTo>
                  <a:pt x="f45" y="f5"/>
                  <a:pt x="f45" y="f5"/>
                  <a:pt x="f46" y="f5"/>
                </a:cubicBezTo>
                <a:cubicBezTo>
                  <a:pt x="f47" y="f5"/>
                  <a:pt x="f48" y="f49"/>
                  <a:pt x="f50" y="f51"/>
                </a:cubicBezTo>
                <a:cubicBezTo>
                  <a:pt x="f52" y="f53"/>
                  <a:pt x="f54" y="f55"/>
                  <a:pt x="f54" y="f56"/>
                </a:cubicBezTo>
                <a:cubicBezTo>
                  <a:pt x="f54" y="f56"/>
                  <a:pt x="f54" y="f56"/>
                  <a:pt x="f54" y="f57"/>
                </a:cubicBezTo>
                <a:cubicBezTo>
                  <a:pt x="f54" y="f58"/>
                  <a:pt x="f52" y="f59"/>
                  <a:pt x="f50" y="f60"/>
                </a:cubicBezTo>
                <a:cubicBezTo>
                  <a:pt x="f48" y="f61"/>
                  <a:pt x="f47" y="f62"/>
                  <a:pt x="f46" y="f62"/>
                </a:cubicBezTo>
                <a:cubicBezTo>
                  <a:pt x="f46" y="f62"/>
                  <a:pt x="f46" y="f62"/>
                  <a:pt x="f63" y="f62"/>
                </a:cubicBezTo>
                <a:cubicBezTo>
                  <a:pt x="f63" y="f62"/>
                  <a:pt x="f63" y="f62"/>
                  <a:pt x="f63" y="f64"/>
                </a:cubicBezTo>
                <a:cubicBezTo>
                  <a:pt x="f63" y="f65"/>
                  <a:pt x="f66" y="f67"/>
                  <a:pt x="f68" y="f69"/>
                </a:cubicBezTo>
                <a:cubicBezTo>
                  <a:pt x="f70" y="f71"/>
                  <a:pt x="f72" y="f73"/>
                  <a:pt x="f74" y="f73"/>
                </a:cubicBezTo>
                <a:cubicBezTo>
                  <a:pt x="f74" y="f73"/>
                  <a:pt x="f74" y="f73"/>
                  <a:pt x="f75" y="f73"/>
                </a:cubicBezTo>
                <a:cubicBezTo>
                  <a:pt x="f76" y="f73"/>
                  <a:pt x="f77" y="f71"/>
                  <a:pt x="f78" y="f69"/>
                </a:cubicBezTo>
                <a:cubicBezTo>
                  <a:pt x="f79" y="f67"/>
                  <a:pt x="f80" y="f65"/>
                  <a:pt x="f80" y="f64"/>
                </a:cubicBezTo>
                <a:cubicBezTo>
                  <a:pt x="f80" y="f64"/>
                  <a:pt x="f80" y="f64"/>
                  <a:pt x="f80" y="f62"/>
                </a:cubicBezTo>
                <a:cubicBezTo>
                  <a:pt x="f80" y="f62"/>
                  <a:pt x="f80" y="f62"/>
                  <a:pt x="f45" y="f62"/>
                </a:cubicBezTo>
                <a:cubicBezTo>
                  <a:pt x="f81" y="f62"/>
                  <a:pt x="f82" y="f61"/>
                  <a:pt x="f83" y="f60"/>
                </a:cubicBezTo>
                <a:cubicBezTo>
                  <a:pt x="f84" y="f59"/>
                  <a:pt x="f85" y="f58"/>
                  <a:pt x="f85" y="f57"/>
                </a:cubicBezTo>
                <a:cubicBezTo>
                  <a:pt x="f85" y="f57"/>
                  <a:pt x="f85" y="f57"/>
                  <a:pt x="f85" y="f56"/>
                </a:cubicBezTo>
                <a:cubicBezTo>
                  <a:pt x="f85" y="f55"/>
                  <a:pt x="f84" y="f53"/>
                  <a:pt x="f83" y="f51"/>
                </a:cubicBezTo>
                <a:cubicBezTo>
                  <a:pt x="f82" y="f49"/>
                  <a:pt x="f81" y="f5"/>
                  <a:pt x="f45" y="f5"/>
                </a:cubicBezTo>
                <a:close/>
                <a:moveTo>
                  <a:pt x="f86" y="f5"/>
                </a:moveTo>
                <a:cubicBezTo>
                  <a:pt x="f86" y="f5"/>
                  <a:pt x="f86" y="f5"/>
                  <a:pt x="f87" y="f5"/>
                </a:cubicBezTo>
                <a:cubicBezTo>
                  <a:pt x="f88" y="f5"/>
                  <a:pt x="f89" y="f90"/>
                  <a:pt x="f91" y="f92"/>
                </a:cubicBezTo>
                <a:cubicBezTo>
                  <a:pt x="f93" y="f94"/>
                  <a:pt x="f95" y="f96"/>
                  <a:pt x="f95" y="f97"/>
                </a:cubicBezTo>
                <a:cubicBezTo>
                  <a:pt x="f95" y="f97"/>
                  <a:pt x="f95" y="f97"/>
                  <a:pt x="f95" y="f98"/>
                </a:cubicBezTo>
                <a:cubicBezTo>
                  <a:pt x="f95" y="f99"/>
                  <a:pt x="f93" y="f100"/>
                  <a:pt x="f91" y="f101"/>
                </a:cubicBezTo>
                <a:cubicBezTo>
                  <a:pt x="f89" y="f102"/>
                  <a:pt x="f88" y="f73"/>
                  <a:pt x="f87" y="f73"/>
                </a:cubicBezTo>
                <a:cubicBezTo>
                  <a:pt x="f87" y="f73"/>
                  <a:pt x="f87" y="f73"/>
                  <a:pt x="f86" y="f73"/>
                </a:cubicBezTo>
                <a:cubicBezTo>
                  <a:pt x="f103" y="f73"/>
                  <a:pt x="f104" y="f71"/>
                  <a:pt x="f105" y="f69"/>
                </a:cubicBezTo>
                <a:cubicBezTo>
                  <a:pt x="f106" y="f67"/>
                  <a:pt x="f107" y="f65"/>
                  <a:pt x="f107" y="f64"/>
                </a:cubicBezTo>
                <a:cubicBezTo>
                  <a:pt x="f107" y="f64"/>
                  <a:pt x="f107" y="f64"/>
                  <a:pt x="f107" y="f56"/>
                </a:cubicBezTo>
                <a:cubicBezTo>
                  <a:pt x="f107" y="f55"/>
                  <a:pt x="f106" y="f53"/>
                  <a:pt x="f105" y="f51"/>
                </a:cubicBezTo>
                <a:cubicBezTo>
                  <a:pt x="f104" y="f49"/>
                  <a:pt x="f103" y="f5"/>
                  <a:pt x="f86" y="f5"/>
                </a:cubicBezTo>
                <a:close/>
                <a:moveTo>
                  <a:pt x="f108" y="f5"/>
                </a:moveTo>
                <a:cubicBezTo>
                  <a:pt x="f108" y="f5"/>
                  <a:pt x="f108" y="f5"/>
                  <a:pt x="f109" y="f5"/>
                </a:cubicBezTo>
                <a:cubicBezTo>
                  <a:pt x="f110" y="f5"/>
                  <a:pt x="f111" y="f112"/>
                  <a:pt x="f113" y="f114"/>
                </a:cubicBezTo>
                <a:cubicBezTo>
                  <a:pt x="f115" y="f116"/>
                  <a:pt x="f117" y="f118"/>
                  <a:pt x="f117" y="f119"/>
                </a:cubicBezTo>
                <a:cubicBezTo>
                  <a:pt x="f117" y="f119"/>
                  <a:pt x="f117" y="f119"/>
                  <a:pt x="f117" y="f120"/>
                </a:cubicBezTo>
                <a:cubicBezTo>
                  <a:pt x="f117" y="f121"/>
                  <a:pt x="f122" y="f123"/>
                  <a:pt x="f124" y="f125"/>
                </a:cubicBezTo>
                <a:cubicBezTo>
                  <a:pt x="f126" y="f127"/>
                  <a:pt x="f128" y="f129"/>
                  <a:pt x="f130" y="f129"/>
                </a:cubicBezTo>
                <a:cubicBezTo>
                  <a:pt x="f131" y="f129"/>
                  <a:pt x="f132" y="f133"/>
                  <a:pt x="f134" y="f125"/>
                </a:cubicBezTo>
                <a:cubicBezTo>
                  <a:pt x="f135" y="f136"/>
                  <a:pt x="f137" y="f138"/>
                  <a:pt x="f137" y="f120"/>
                </a:cubicBezTo>
                <a:cubicBezTo>
                  <a:pt x="f137" y="f120"/>
                  <a:pt x="f137" y="f120"/>
                  <a:pt x="f137" y="f119"/>
                </a:cubicBezTo>
                <a:cubicBezTo>
                  <a:pt x="f137" y="f118"/>
                  <a:pt x="f139" y="f116"/>
                  <a:pt x="f140" y="f114"/>
                </a:cubicBezTo>
                <a:cubicBezTo>
                  <a:pt x="f141" y="f112"/>
                  <a:pt x="f142" y="f5"/>
                  <a:pt x="f143" y="f5"/>
                </a:cubicBezTo>
                <a:cubicBezTo>
                  <a:pt x="f143" y="f5"/>
                  <a:pt x="f143" y="f5"/>
                  <a:pt x="f144" y="f5"/>
                </a:cubicBezTo>
                <a:cubicBezTo>
                  <a:pt x="f145" y="f5"/>
                  <a:pt x="f146" y="f112"/>
                  <a:pt x="f147" y="f114"/>
                </a:cubicBezTo>
                <a:cubicBezTo>
                  <a:pt x="f148" y="f116"/>
                  <a:pt x="f149" y="f118"/>
                  <a:pt x="f149" y="f119"/>
                </a:cubicBezTo>
                <a:cubicBezTo>
                  <a:pt x="f149" y="f119"/>
                  <a:pt x="f149" y="f119"/>
                  <a:pt x="f149" y="f150"/>
                </a:cubicBezTo>
                <a:cubicBezTo>
                  <a:pt x="f149" y="f151"/>
                  <a:pt x="f152" y="f153"/>
                  <a:pt x="f154" y="f155"/>
                </a:cubicBezTo>
                <a:cubicBezTo>
                  <a:pt x="f156" y="f157"/>
                  <a:pt x="f158" y="f159"/>
                  <a:pt x="f160" y="f159"/>
                </a:cubicBezTo>
                <a:cubicBezTo>
                  <a:pt x="f161" y="f159"/>
                  <a:pt x="f162" y="f163"/>
                  <a:pt x="f164" y="f155"/>
                </a:cubicBezTo>
                <a:cubicBezTo>
                  <a:pt x="f165" y="f166"/>
                  <a:pt x="f167" y="f168"/>
                  <a:pt x="f167" y="f150"/>
                </a:cubicBezTo>
                <a:cubicBezTo>
                  <a:pt x="f167" y="f150"/>
                  <a:pt x="f167" y="f150"/>
                  <a:pt x="f167" y="f119"/>
                </a:cubicBezTo>
                <a:cubicBezTo>
                  <a:pt x="f167" y="f118"/>
                  <a:pt x="f169" y="f116"/>
                  <a:pt x="f170" y="f114"/>
                </a:cubicBezTo>
                <a:cubicBezTo>
                  <a:pt x="f171" y="f112"/>
                  <a:pt x="f172" y="f5"/>
                  <a:pt x="f108" y="f5"/>
                </a:cubicBezTo>
                <a:close/>
              </a:path>
            </a:pathLst>
          </a:custGeom>
          <a:solidFill>
            <a:srgbClr val="17174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>
              <a:solidFill>
                <a:srgbClr val="000000"/>
              </a:solidFill>
              <a:uFillTx/>
              <a:latin typeface="Verdana" pitchFamily="34"/>
              <a:ea typeface="ＭＳ Ｐゴシック" pitchFamily="48"/>
            </a:endParaRPr>
          </a:p>
        </p:txBody>
      </p:sp>
      <p:sp>
        <p:nvSpPr>
          <p:cNvPr id="3" name="Bottom bar">
            <a:extLst>
              <a:ext uri="{FF2B5EF4-FFF2-40B4-BE49-F238E27FC236}">
                <a16:creationId xmlns:a16="http://schemas.microsoft.com/office/drawing/2014/main" id="{7E89214E-0CFD-4A73-B7A7-F2C9A3E30339}"/>
              </a:ext>
            </a:extLst>
          </p:cNvPr>
          <p:cNvSpPr/>
          <p:nvPr/>
        </p:nvSpPr>
        <p:spPr>
          <a:xfrm>
            <a:off x="0" y="6541196"/>
            <a:ext cx="12193203" cy="316803"/>
          </a:xfrm>
          <a:prstGeom prst="rect">
            <a:avLst/>
          </a:prstGeom>
          <a:solidFill>
            <a:srgbClr val="171748"/>
          </a:solidFill>
          <a:ln cap="flat">
            <a:noFill/>
            <a:prstDash val="solid"/>
          </a:ln>
        </p:spPr>
        <p:txBody>
          <a:bodyPr vert="horz" wrap="square" lIns="90004" tIns="46798" rIns="90004" bIns="46798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>
              <a:solidFill>
                <a:srgbClr val="FFFFFF"/>
              </a:solidFill>
              <a:uFillTx/>
              <a:latin typeface="Arial"/>
              <a:ea typeface="ＭＳ Ｐゴシック" pitchFamily="48"/>
            </a:endParaRPr>
          </a:p>
        </p:txBody>
      </p:sp>
      <p:sp>
        <p:nvSpPr>
          <p:cNvPr id="4" name="FLD_Presentation Title">
            <a:extLst>
              <a:ext uri="{FF2B5EF4-FFF2-40B4-BE49-F238E27FC236}">
                <a16:creationId xmlns:a16="http://schemas.microsoft.com/office/drawing/2014/main" id="{2B7E45CC-CBD3-8B07-6647-0F8CD04E80A0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5590797" y="6541196"/>
            <a:ext cx="5497199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a-DK" sz="700" b="0" i="0" u="none" strike="noStrike" kern="1200" cap="none" spc="0" baseline="0">
                <a:solidFill>
                  <a:srgbClr val="FFFFFF"/>
                </a:solidFill>
                <a:uFillTx/>
                <a:latin typeface="Arial"/>
                <a:ea typeface="ＭＳ Ｐゴシック" pitchFamily="48"/>
              </a:defRPr>
            </a:lvl1pPr>
          </a:lstStyle>
          <a:p>
            <a:pPr lvl="0"/>
            <a:r>
              <a:rPr lang="en-US"/>
              <a:t>Integrating long-term contractual commitments into the operational planning of a renewable fuel plant</a:t>
            </a:r>
            <a:endParaRPr lang="da-DK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02739DF-596C-8903-6089-59DAA6FF242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506452" y="6541196"/>
            <a:ext cx="432602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lang="da-DK" sz="700" b="1" i="0" u="none" strike="noStrike" kern="1200" cap="none" spc="0" baseline="0">
                <a:solidFill>
                  <a:srgbClr val="FFFFFF"/>
                </a:solidFill>
                <a:uFillTx/>
                <a:latin typeface="Arial"/>
                <a:ea typeface="ＭＳ Ｐゴシック" pitchFamily="48"/>
              </a:defRPr>
            </a:lvl1pPr>
          </a:lstStyle>
          <a:p>
            <a:pPr lvl="0"/>
            <a:fld id="{AEF540DB-3FE1-4C72-A67F-8F037DE62395}" type="slidenum">
              <a:t>‹#›</a:t>
            </a:fld>
            <a:endParaRPr lang="da-DK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46B0D24-E34A-1D4D-A27D-51D5E7701B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4722" y="426128"/>
            <a:ext cx="9312377" cy="9727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 lang="da-DK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F7968F8-786D-117B-9CE8-B5F72C742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74722" y="1706325"/>
            <a:ext cx="9312377" cy="454557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8" name="text" descr="{&quot;templafy&quot;:{&quot;type&quot;:&quot;text&quot;,&quot;binding&quot;:&quot;UserProfile.Offices.Workarea_{{DocumentLanguage}}&quot;}}" title="UserProfile.Offices.Workarea_{{DocumentLanguage}}">
            <a:extLst>
              <a:ext uri="{FF2B5EF4-FFF2-40B4-BE49-F238E27FC236}">
                <a16:creationId xmlns:a16="http://schemas.microsoft.com/office/drawing/2014/main" id="{23C25BDF-0E5A-240D-8B78-A4FE1A87DBE5}"/>
              </a:ext>
            </a:extLst>
          </p:cNvPr>
          <p:cNvSpPr/>
          <p:nvPr/>
        </p:nvSpPr>
        <p:spPr>
          <a:xfrm>
            <a:off x="1774722" y="6541196"/>
            <a:ext cx="3397069" cy="31680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a-DK" sz="700" b="1" i="0" u="none" strike="noStrike" kern="1200" cap="none" spc="0" baseline="0">
                <a:solidFill>
                  <a:srgbClr val="FFFFFF"/>
                </a:solidFill>
                <a:uFillTx/>
                <a:latin typeface="Arial"/>
                <a:ea typeface="ＭＳ Ｐゴシック" pitchFamily="34"/>
              </a:rPr>
              <a:t>Technical University of Denmark</a:t>
            </a:r>
            <a:endParaRPr lang="da-DK" sz="700" b="1" i="0" u="none" strike="noStrike" kern="1200" cap="none" spc="0" baseline="0">
              <a:solidFill>
                <a:srgbClr val="FFFFFF"/>
              </a:solidFill>
              <a:uFillTx/>
              <a:latin typeface="Arial"/>
              <a:ea typeface="ＭＳ Ｐゴシック" pitchFamily="48"/>
            </a:endParaRPr>
          </a:p>
        </p:txBody>
      </p:sp>
      <p:sp>
        <p:nvSpPr>
          <p:cNvPr id="9" name="date" descr="{&quot;templafy&quot;:{&quot;type&quot;:&quot;date&quot;,&quot;binding&quot;:&quot;Form.Date&quot;,&quot;format&quot;:&quot;{{DateFormats.GeneralDate}}&quot;}}" title="Form.Date">
            <a:extLst>
              <a:ext uri="{FF2B5EF4-FFF2-40B4-BE49-F238E27FC236}">
                <a16:creationId xmlns:a16="http://schemas.microsoft.com/office/drawing/2014/main" id="{48B1D479-642C-700D-89EB-66603C642F51}"/>
              </a:ext>
            </a:extLst>
          </p:cNvPr>
          <p:cNvSpPr/>
          <p:nvPr/>
        </p:nvSpPr>
        <p:spPr>
          <a:xfrm>
            <a:off x="251359" y="6541196"/>
            <a:ext cx="1104009" cy="31680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a-DK" sz="700" b="1" i="0" u="none" strike="noStrike" kern="1200" cap="none" spc="0" baseline="0">
              <a:solidFill>
                <a:srgbClr val="FFFFFF"/>
              </a:solidFill>
              <a:uFillTx/>
              <a:latin typeface="Arial"/>
              <a:ea typeface="ＭＳ Ｐゴシック" pitchFamily="48"/>
            </a:endParaRPr>
          </a:p>
        </p:txBody>
      </p:sp>
      <p:sp>
        <p:nvSpPr>
          <p:cNvPr id="10" name="Top bar">
            <a:extLst>
              <a:ext uri="{FF2B5EF4-FFF2-40B4-BE49-F238E27FC236}">
                <a16:creationId xmlns:a16="http://schemas.microsoft.com/office/drawing/2014/main" id="{C0D71025-9554-DC3A-989C-DAEF0A753A08}"/>
              </a:ext>
            </a:extLst>
          </p:cNvPr>
          <p:cNvSpPr/>
          <p:nvPr/>
        </p:nvSpPr>
        <p:spPr>
          <a:xfrm>
            <a:off x="0" y="0"/>
            <a:ext cx="12193203" cy="50401"/>
          </a:xfrm>
          <a:prstGeom prst="rect">
            <a:avLst/>
          </a:prstGeom>
          <a:solidFill>
            <a:srgbClr val="171748"/>
          </a:solidFill>
          <a:ln cap="flat">
            <a:noFill/>
            <a:prstDash val="solid"/>
          </a:ln>
        </p:spPr>
        <p:txBody>
          <a:bodyPr vert="horz" wrap="square" lIns="90004" tIns="46798" rIns="90004" bIns="46798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>
              <a:solidFill>
                <a:srgbClr val="FFFFFF"/>
              </a:solidFill>
              <a:uFillTx/>
              <a:latin typeface="Arial"/>
              <a:ea typeface="ＭＳ Ｐゴシック" pitchFamily="48"/>
            </a:endParaRPr>
          </a:p>
        </p:txBody>
      </p:sp>
      <p:sp>
        <p:nvSpPr>
          <p:cNvPr id="11" name="Date Placeholder 5">
            <a:extLst>
              <a:ext uri="{FF2B5EF4-FFF2-40B4-BE49-F238E27FC236}">
                <a16:creationId xmlns:a16="http://schemas.microsoft.com/office/drawing/2014/main" id="{7E3D334E-8C6C-5F67-71C4-24838166DB26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251999" y="6541196"/>
            <a:ext cx="1105198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lang="da-DK" sz="700" b="1" i="0" u="none" strike="noStrike" kern="1200" cap="none" spc="0" baseline="0">
                <a:solidFill>
                  <a:srgbClr val="FFFFFF"/>
                </a:solidFill>
                <a:uFillTx/>
                <a:latin typeface="Arial"/>
                <a:ea typeface="ＭＳ Ｐゴシック" pitchFamily="48"/>
              </a:defRPr>
            </a:lvl1pPr>
          </a:lstStyle>
          <a:p>
            <a:pPr lvl="0"/>
            <a:r>
              <a:rPr lang="da-DK"/>
              <a:t>06/02-2026</a:t>
            </a:r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000" b="1" i="0" u="none" strike="noStrike" kern="0" cap="none" spc="0" baseline="0">
          <a:solidFill>
            <a:srgbClr val="000000"/>
          </a:solidFill>
          <a:uFillTx/>
          <a:latin typeface="+mj-lt"/>
        </a:defRPr>
      </a:lvl1pPr>
    </p:titleStyle>
    <p:bodyStyle>
      <a:lvl1pPr marL="198004" marR="0" lvl="0" indent="-198004" algn="l" defTabSz="914400" rtl="0" fontAlgn="auto" hangingPunct="1">
        <a:lnSpc>
          <a:spcPct val="100000"/>
        </a:lnSpc>
        <a:spcBef>
          <a:spcPts val="400"/>
        </a:spcBef>
        <a:spcAft>
          <a:spcPts val="0"/>
        </a:spcAft>
        <a:buSzPct val="100000"/>
        <a:buChar char="•"/>
        <a:tabLst/>
        <a:defRPr lang="en-US" sz="1800" b="0" i="0" u="none" strike="noStrike" kern="0" cap="none" spc="0" baseline="0">
          <a:solidFill>
            <a:srgbClr val="000000"/>
          </a:solidFill>
          <a:uFillTx/>
          <a:latin typeface="+mn-lt"/>
        </a:defRPr>
      </a:lvl1pPr>
      <a:lvl2pPr marL="414003" marR="0" lvl="1" indent="-198004" algn="l" defTabSz="914400" rtl="0" fontAlgn="auto" hangingPunct="1">
        <a:lnSpc>
          <a:spcPct val="100000"/>
        </a:lnSpc>
        <a:spcBef>
          <a:spcPts val="400"/>
        </a:spcBef>
        <a:spcAft>
          <a:spcPts val="0"/>
        </a:spcAft>
        <a:buSzPct val="100000"/>
        <a:buChar char="–"/>
        <a:tabLst/>
        <a:defRPr lang="en-US" sz="1800" b="0" i="0" u="none" strike="noStrike" kern="0" cap="none" spc="0" baseline="0">
          <a:solidFill>
            <a:srgbClr val="000000"/>
          </a:solidFill>
          <a:uFillTx/>
          <a:latin typeface="+mn-lt"/>
        </a:defRPr>
      </a:lvl2pPr>
      <a:lvl3pPr marL="615601" marR="0" lvl="2" indent="-198004" algn="l" defTabSz="914400" rtl="0" fontAlgn="auto" hangingPunct="1">
        <a:lnSpc>
          <a:spcPct val="100000"/>
        </a:lnSpc>
        <a:spcBef>
          <a:spcPts val="400"/>
        </a:spcBef>
        <a:spcAft>
          <a:spcPts val="0"/>
        </a:spcAft>
        <a:buSzPct val="100000"/>
        <a:buChar char="•"/>
        <a:tabLst/>
        <a:defRPr lang="en-US" sz="1800" b="0" i="0" u="none" strike="noStrike" kern="0" cap="none" spc="0" baseline="0">
          <a:solidFill>
            <a:srgbClr val="000000"/>
          </a:solidFill>
          <a:uFillTx/>
          <a:latin typeface="+mn-lt"/>
        </a:defRPr>
      </a:lvl3pPr>
      <a:lvl4pPr marL="827998" marR="0" lvl="3" indent="-198004" algn="l" defTabSz="914400" rtl="0" fontAlgn="auto" hangingPunct="1">
        <a:lnSpc>
          <a:spcPct val="100000"/>
        </a:lnSpc>
        <a:spcBef>
          <a:spcPts val="400"/>
        </a:spcBef>
        <a:spcAft>
          <a:spcPts val="0"/>
        </a:spcAft>
        <a:buSzPct val="100000"/>
        <a:buChar char="–"/>
        <a:tabLst/>
        <a:defRPr lang="en-US" sz="1800" b="0" i="0" u="none" strike="noStrike" kern="0" cap="none" spc="0" baseline="0">
          <a:solidFill>
            <a:srgbClr val="000000"/>
          </a:solidFill>
          <a:uFillTx/>
          <a:latin typeface="+mn-lt"/>
        </a:defRPr>
      </a:lvl4pPr>
      <a:lvl5pPr marL="1026002" marR="0" lvl="4" indent="-198004" algn="l" defTabSz="914400" rtl="0" fontAlgn="auto" hangingPunct="1">
        <a:lnSpc>
          <a:spcPct val="100000"/>
        </a:lnSpc>
        <a:spcBef>
          <a:spcPts val="400"/>
        </a:spcBef>
        <a:spcAft>
          <a:spcPts val="0"/>
        </a:spcAft>
        <a:buSzPct val="100000"/>
        <a:buChar char="»"/>
        <a:tabLst/>
        <a:defRPr lang="en-US" sz="1800" b="0" i="0" u="none" strike="noStrike" kern="0" cap="none" spc="0" baseline="0">
          <a:solidFill>
            <a:srgbClr val="000000"/>
          </a:solidFill>
          <a:uFillTx/>
          <a:latin typeface="+mn-lt"/>
        </a:defRPr>
      </a:lvl5pPr>
      <a:lvl6pPr marL="1026002" marR="0" lvl="5" indent="-198004" algn="l" defTabSz="914400" rtl="0" fontAlgn="auto" hangingPunct="1">
        <a:lnSpc>
          <a:spcPct val="100000"/>
        </a:lnSpc>
        <a:spcBef>
          <a:spcPts val="400"/>
        </a:spcBef>
        <a:spcAft>
          <a:spcPts val="0"/>
        </a:spcAft>
        <a:buSzPct val="100000"/>
        <a:buChar char="»"/>
        <a:tabLst/>
        <a:defRPr lang="en-US" sz="1800" b="0" i="0" u="none" strike="noStrike" kern="0" cap="none" spc="0" baseline="0">
          <a:solidFill>
            <a:srgbClr val="000000"/>
          </a:solidFill>
          <a:uFillTx/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089B74-7FF0-F0A0-346A-18205B70C50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-501445" y="6858000"/>
            <a:ext cx="0" cy="0"/>
          </a:xfrm>
        </p:spPr>
        <p:txBody>
          <a:bodyPr/>
          <a:lstStyle/>
          <a:p>
            <a:pPr lvl="0"/>
            <a:r>
              <a:rPr lang="en-US" dirty="0"/>
              <a:t>Integrating long-term contractual commitments into the operational planning of a renewable fuel plant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836F5D-37C1-EB26-18B3-F429DA09CFC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-412955" y="6858000"/>
            <a:ext cx="0" cy="0"/>
          </a:xfrm>
        </p:spPr>
        <p:txBody>
          <a:bodyPr/>
          <a:lstStyle/>
          <a:p>
            <a:pPr lvl="0"/>
            <a:fld id="{5666C2BE-6DA0-41A9-9216-443DA97DE7C2}" type="slidenum">
              <a:rPr lang="en-GB"/>
              <a:t>1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47D17-3FE6-404B-784E-4BD34674442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-599768" y="6858000"/>
            <a:ext cx="0" cy="0"/>
          </a:xfrm>
        </p:spPr>
        <p:txBody>
          <a:bodyPr/>
          <a:lstStyle/>
          <a:p>
            <a:pPr lvl="0"/>
            <a:r>
              <a:rPr lang="da-DK"/>
              <a:t>06/02-2026</a:t>
            </a:r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5">
            <a:extLst>
              <a:ext uri="{FF2B5EF4-FFF2-40B4-BE49-F238E27FC236}">
                <a16:creationId xmlns:a16="http://schemas.microsoft.com/office/drawing/2014/main" id="{08CCC67B-E8AE-A60B-5E0F-0345B18D08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37"/>
          <a:stretch>
            <a:fillRect/>
          </a:stretch>
        </p:blipFill>
        <p:spPr>
          <a:xfrm>
            <a:off x="19749" y="0"/>
            <a:ext cx="12170664" cy="635255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31A8269F-7778-797E-E28E-12F9F870225F}"/>
              </a:ext>
            </a:extLst>
          </p:cNvPr>
          <p:cNvSpPr txBox="1">
            <a:spLocks/>
          </p:cNvSpPr>
          <p:nvPr/>
        </p:nvSpPr>
        <p:spPr>
          <a:xfrm>
            <a:off x="249859" y="2753033"/>
            <a:ext cx="10840029" cy="34985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3000" b="1" i="0" u="none" strike="noStrike" kern="0" cap="none" spc="0" baseline="0">
                <a:solidFill>
                  <a:srgbClr val="000000"/>
                </a:solidFill>
                <a:uFillTx/>
                <a:latin typeface="+mj-lt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Navigating offtake contracts in</a:t>
            </a:r>
          </a:p>
          <a:p>
            <a:r>
              <a:rPr lang="en-US" sz="3200" dirty="0">
                <a:solidFill>
                  <a:schemeClr val="bg1"/>
                </a:solidFill>
              </a:rPr>
              <a:t>renewable fuel production planning</a:t>
            </a:r>
          </a:p>
        </p:txBody>
      </p:sp>
      <p:sp>
        <p:nvSpPr>
          <p:cNvPr id="8" name="Subtitle 4">
            <a:extLst>
              <a:ext uri="{FF2B5EF4-FFF2-40B4-BE49-F238E27FC236}">
                <a16:creationId xmlns:a16="http://schemas.microsoft.com/office/drawing/2014/main" id="{550BE74F-4C1D-D8B0-54CB-D4DAC609FC89}"/>
              </a:ext>
            </a:extLst>
          </p:cNvPr>
          <p:cNvSpPr txBox="1">
            <a:spLocks/>
          </p:cNvSpPr>
          <p:nvPr/>
        </p:nvSpPr>
        <p:spPr>
          <a:xfrm>
            <a:off x="249859" y="3696929"/>
            <a:ext cx="10840029" cy="255464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198004" marR="0" lvl="0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414003" marR="0" lvl="1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–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615601" marR="0" lvl="2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827998" marR="0" lvl="3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–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026002" marR="0" lvl="4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»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1026002" marR="0" lvl="5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»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da-DK" dirty="0">
                <a:solidFill>
                  <a:schemeClr val="bg1"/>
                </a:solidFill>
              </a:rPr>
              <a:t>Frederik Skou Fertin</a:t>
            </a:r>
          </a:p>
          <a:p>
            <a:pPr marL="0" indent="0">
              <a:buFontTx/>
              <a:buNone/>
            </a:pPr>
            <a:r>
              <a:rPr lang="da-DK" dirty="0">
                <a:solidFill>
                  <a:schemeClr val="bg1"/>
                </a:solidFill>
              </a:rPr>
              <a:t>Farzaneh Pourahmadi</a:t>
            </a:r>
          </a:p>
          <a:p>
            <a:pPr marL="0" indent="0">
              <a:buFontTx/>
              <a:buNone/>
            </a:pPr>
            <a:r>
              <a:rPr lang="da-DK" dirty="0">
                <a:solidFill>
                  <a:schemeClr val="bg1"/>
                </a:solidFill>
              </a:rPr>
              <a:t>Ioannis Kountouris</a:t>
            </a:r>
          </a:p>
          <a:p>
            <a:pPr marL="0" indent="0">
              <a:buFontTx/>
              <a:buNone/>
            </a:pPr>
            <a:r>
              <a:rPr lang="da-DK" dirty="0">
                <a:solidFill>
                  <a:schemeClr val="bg1"/>
                </a:solidFill>
              </a:rPr>
              <a:t>Dogan Keles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DF10D-6D9D-393E-397E-4ECE1F2CB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B3A9C872-C4A1-2F22-81F5-CC290608CE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4722" y="426128"/>
            <a:ext cx="9312377" cy="9727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r>
              <a:rPr lang="en-US" dirty="0"/>
              <a:t>Motivation and objective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46BC0450-F430-7F98-B018-AE585691FA5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774722" y="1706324"/>
            <a:ext cx="6474756" cy="395897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 dirty="0"/>
              <a:t>Renewable fuel (RF) production needs to operate flexibly to match variable renewable electricity.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Limited foresight in operations introduces risk in price-sensitive operations.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To enable investments, contracts are required to hedge against risks both upstream and downstream.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We focus on the navigation between price-sensitive, flexible fuel production, and meeting long-term (annually) contracted demands.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/>
              <a:t>Research questions: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How can long-term contractual offtake commitments be optimally fulfilled in RF production?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What is required for an investment and operational framework to optimize contracted RF production?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How do limitations in foresight capabilities and choice of navigation strategy affect the operational earnings of RF production?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4" name="FLD_Presentation Title">
            <a:extLst>
              <a:ext uri="{FF2B5EF4-FFF2-40B4-BE49-F238E27FC236}">
                <a16:creationId xmlns:a16="http://schemas.microsoft.com/office/drawing/2014/main" id="{A54E24EB-03A5-1E4F-CC59-F0B76536898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590797" y="6541196"/>
            <a:ext cx="5497199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r>
              <a:rPr lang="en-US" sz="700">
                <a:solidFill>
                  <a:srgbClr val="FFFFFF"/>
                </a:solidFill>
                <a:latin typeface="Arial"/>
                <a:ea typeface="ＭＳ Ｐゴシック" pitchFamily="48"/>
              </a:rPr>
              <a:t>Integrating long-term contractual commitments into the operational planning of a renewable fuel plant</a:t>
            </a:r>
            <a:endParaRPr lang="en-GB" sz="700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54795CA-F88B-1386-F117-E359436EECF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06452" y="6541196"/>
            <a:ext cx="432602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>
              <a:spcBef>
                <a:spcPts val="400"/>
              </a:spcBef>
            </a:pPr>
            <a:fld id="{F12A9400-1922-4C16-A68A-E8BA1562C5A6}" type="slidenum">
              <a:rPr lang="en-GB" sz="700" b="1">
                <a:solidFill>
                  <a:srgbClr val="FFFFFF"/>
                </a:solidFill>
                <a:latin typeface="Arial"/>
                <a:ea typeface="ＭＳ Ｐゴシック" pitchFamily="48"/>
              </a:rPr>
              <a:t>3</a:t>
            </a:fld>
            <a:endParaRPr lang="en-GB" sz="700" b="1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sp>
        <p:nvSpPr>
          <p:cNvPr id="6" name="Date Placeholder 8">
            <a:extLst>
              <a:ext uri="{FF2B5EF4-FFF2-40B4-BE49-F238E27FC236}">
                <a16:creationId xmlns:a16="http://schemas.microsoft.com/office/drawing/2014/main" id="{99D8AAEA-ED06-D920-401E-721DDD188CA4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251999" y="6541196"/>
            <a:ext cx="1105198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>
              <a:spcBef>
                <a:spcPts val="400"/>
              </a:spcBef>
            </a:pPr>
            <a:r>
              <a:rPr lang="da-DK" sz="700" b="1">
                <a:solidFill>
                  <a:srgbClr val="FFFFFF"/>
                </a:solidFill>
                <a:latin typeface="Arial"/>
                <a:ea typeface="ＭＳ Ｐゴシック" pitchFamily="48"/>
              </a:rPr>
              <a:t>06/02-2026</a:t>
            </a:r>
            <a:endParaRPr lang="en-GB" sz="700" b="1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B2746A2-04FC-F869-B118-6E9C24D491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27253" y="1453534"/>
            <a:ext cx="2436858" cy="36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67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91972-0B1B-95F5-9F86-6BEB44234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05FB4ED4-6DA7-94B3-5531-CF93E273AA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4722" y="426128"/>
            <a:ext cx="9312377" cy="9727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r>
              <a:rPr lang="en-US" dirty="0"/>
              <a:t>Methodology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A3EBDF-8045-D9DC-1CC1-C51F38843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978" y="884583"/>
            <a:ext cx="6054775" cy="5028168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F3ECDABC-08DE-CCFA-CB39-17EFCA3EAA2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7660" y="1706325"/>
            <a:ext cx="4810018" cy="426709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a-DK" sz="1400" b="1" dirty="0" err="1"/>
              <a:t>Holistic</a:t>
            </a:r>
            <a:r>
              <a:rPr lang="da-DK" sz="1400" b="1" dirty="0"/>
              <a:t> framework </a:t>
            </a:r>
            <a:r>
              <a:rPr lang="da-DK" sz="1400" dirty="0"/>
              <a:t>– from </a:t>
            </a:r>
            <a:r>
              <a:rPr lang="da-DK" sz="1400" dirty="0" err="1"/>
              <a:t>capacity</a:t>
            </a:r>
            <a:r>
              <a:rPr lang="da-DK" sz="1400" dirty="0"/>
              <a:t> </a:t>
            </a:r>
            <a:r>
              <a:rPr lang="da-DK" sz="1400" dirty="0" err="1"/>
              <a:t>planning</a:t>
            </a:r>
            <a:r>
              <a:rPr lang="da-DK" sz="1400" dirty="0"/>
              <a:t> to </a:t>
            </a:r>
            <a:r>
              <a:rPr lang="da-DK" sz="1400" dirty="0" err="1"/>
              <a:t>daily</a:t>
            </a:r>
            <a:r>
              <a:rPr lang="da-DK" sz="1400" dirty="0"/>
              <a:t> </a:t>
            </a:r>
            <a:r>
              <a:rPr lang="da-DK" sz="1400" dirty="0" err="1"/>
              <a:t>forecasting</a:t>
            </a:r>
            <a:r>
              <a:rPr lang="da-DK" sz="1400" dirty="0"/>
              <a:t>  and </a:t>
            </a:r>
            <a:r>
              <a:rPr lang="da-DK" sz="1400" dirty="0" err="1"/>
              <a:t>optimization</a:t>
            </a:r>
            <a:r>
              <a:rPr lang="da-DK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Four key methodological elements</a:t>
            </a:r>
          </a:p>
          <a:p>
            <a:pPr lvl="1">
              <a:lnSpc>
                <a:spcPct val="150000"/>
              </a:lnSpc>
            </a:pPr>
            <a:r>
              <a:rPr lang="en-US" sz="1400" i="1" dirty="0"/>
              <a:t>Rolling Horizon Operational Model</a:t>
            </a:r>
          </a:p>
          <a:p>
            <a:pPr lvl="2">
              <a:lnSpc>
                <a:spcPct val="150000"/>
              </a:lnSpc>
            </a:pPr>
            <a:r>
              <a:rPr lang="en-US" sz="1400" dirty="0"/>
              <a:t>Mathematical model of RF production and offtake contracts.</a:t>
            </a:r>
          </a:p>
          <a:p>
            <a:pPr lvl="1">
              <a:lnSpc>
                <a:spcPct val="150000"/>
              </a:lnSpc>
            </a:pPr>
            <a:r>
              <a:rPr lang="en-US" sz="1400" i="1" dirty="0"/>
              <a:t>Risk-Aware Capacity Planning Model</a:t>
            </a:r>
          </a:p>
          <a:p>
            <a:pPr lvl="1">
              <a:lnSpc>
                <a:spcPct val="150000"/>
              </a:lnSpc>
            </a:pPr>
            <a:r>
              <a:rPr lang="en-US" sz="1400" i="1" dirty="0"/>
              <a:t>Composite Time Series Model</a:t>
            </a:r>
          </a:p>
          <a:p>
            <a:pPr lvl="2">
              <a:lnSpc>
                <a:spcPct val="150000"/>
              </a:lnSpc>
            </a:pPr>
            <a:r>
              <a:rPr lang="en-US" sz="1400" dirty="0"/>
              <a:t>Forecasts and projects cross-correlated VRE and day-ahead market prices.</a:t>
            </a:r>
          </a:p>
          <a:p>
            <a:pPr lvl="1">
              <a:lnSpc>
                <a:spcPct val="150000"/>
              </a:lnSpc>
            </a:pPr>
            <a:r>
              <a:rPr lang="en-US" sz="1400" i="1" dirty="0"/>
              <a:t>Contract Navigation Strategies</a:t>
            </a:r>
          </a:p>
          <a:p>
            <a:pPr lvl="2">
              <a:lnSpc>
                <a:spcPct val="150000"/>
              </a:lnSpc>
            </a:pPr>
            <a:r>
              <a:rPr lang="en-US" sz="1400" dirty="0"/>
              <a:t>Tractable inclusion of long-term contracts in daily decision-making.</a:t>
            </a:r>
          </a:p>
        </p:txBody>
      </p:sp>
      <p:sp>
        <p:nvSpPr>
          <p:cNvPr id="4" name="FLD_Presentation Title">
            <a:extLst>
              <a:ext uri="{FF2B5EF4-FFF2-40B4-BE49-F238E27FC236}">
                <a16:creationId xmlns:a16="http://schemas.microsoft.com/office/drawing/2014/main" id="{BD3912FD-EFAE-FBD6-5E20-23AEED725FA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590797" y="6541196"/>
            <a:ext cx="5497199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r>
              <a:rPr lang="en-US" sz="700">
                <a:solidFill>
                  <a:srgbClr val="FFFFFF"/>
                </a:solidFill>
                <a:latin typeface="Arial"/>
                <a:ea typeface="ＭＳ Ｐゴシック" pitchFamily="48"/>
              </a:rPr>
              <a:t>Integrating long-term contractual commitments into the operational planning of a renewable fuel plant</a:t>
            </a:r>
            <a:endParaRPr lang="en-GB" sz="700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15F796C-5A3C-DA6C-7C3F-31F90EFDDBD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06452" y="6541196"/>
            <a:ext cx="432602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>
              <a:spcBef>
                <a:spcPts val="400"/>
              </a:spcBef>
            </a:pPr>
            <a:fld id="{F12A9400-1922-4C16-A68A-E8BA1562C5A6}" type="slidenum">
              <a:rPr lang="en-GB" sz="700" b="1">
                <a:solidFill>
                  <a:srgbClr val="FFFFFF"/>
                </a:solidFill>
                <a:latin typeface="Arial"/>
                <a:ea typeface="ＭＳ Ｐゴシック" pitchFamily="48"/>
              </a:rPr>
              <a:t>4</a:t>
            </a:fld>
            <a:endParaRPr lang="en-GB" sz="700" b="1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sp>
        <p:nvSpPr>
          <p:cNvPr id="6" name="Date Placeholder 8">
            <a:extLst>
              <a:ext uri="{FF2B5EF4-FFF2-40B4-BE49-F238E27FC236}">
                <a16:creationId xmlns:a16="http://schemas.microsoft.com/office/drawing/2014/main" id="{EDAD8FC7-A520-7E9C-A630-72C6CABDE012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251999" y="6541196"/>
            <a:ext cx="1105198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>
              <a:spcBef>
                <a:spcPts val="400"/>
              </a:spcBef>
            </a:pPr>
            <a:r>
              <a:rPr lang="da-DK" sz="700" b="1">
                <a:solidFill>
                  <a:srgbClr val="FFFFFF"/>
                </a:solidFill>
                <a:latin typeface="Arial"/>
                <a:ea typeface="ＭＳ Ｐゴシック" pitchFamily="48"/>
              </a:rPr>
              <a:t>06/02-2026</a:t>
            </a:r>
            <a:endParaRPr lang="en-GB" sz="700" b="1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</p:spTree>
    <p:extLst>
      <p:ext uri="{BB962C8B-B14F-4D97-AF65-F5344CB8AC3E}">
        <p14:creationId xmlns:p14="http://schemas.microsoft.com/office/powerpoint/2010/main" val="3106234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60040-1026-C756-EF09-DF87A2213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4F7BF4F8-1F62-3F5B-11C9-BE3B12B677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4722" y="426128"/>
            <a:ext cx="9312377" cy="9727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r>
              <a:rPr lang="en-US" dirty="0"/>
              <a:t>Rolling Horizon Operational Model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CB89BDA-661D-050A-D497-C48921AF769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344611" y="1790928"/>
            <a:ext cx="3940278" cy="426709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a-DK" sz="1400" dirty="0" err="1"/>
              <a:t>Subject</a:t>
            </a:r>
            <a:r>
              <a:rPr lang="da-DK" sz="1400" dirty="0"/>
              <a:t> to </a:t>
            </a:r>
            <a:r>
              <a:rPr lang="da-DK" sz="1400" dirty="0" err="1"/>
              <a:t>technical</a:t>
            </a:r>
            <a:r>
              <a:rPr lang="da-DK" sz="1400" dirty="0"/>
              <a:t> </a:t>
            </a:r>
            <a:r>
              <a:rPr lang="da-DK" sz="1400" dirty="0" err="1"/>
              <a:t>constraints</a:t>
            </a:r>
            <a:r>
              <a:rPr lang="da-DK" sz="1400" dirty="0"/>
              <a:t> on </a:t>
            </a:r>
            <a:r>
              <a:rPr lang="da-DK" sz="1400" dirty="0" err="1"/>
              <a:t>intermediary</a:t>
            </a:r>
            <a:r>
              <a:rPr lang="da-DK" sz="1400" dirty="0"/>
              <a:t> </a:t>
            </a:r>
            <a:r>
              <a:rPr lang="da-DK" sz="1400" dirty="0" err="1"/>
              <a:t>storages</a:t>
            </a:r>
            <a:r>
              <a:rPr lang="da-DK" sz="1400" dirty="0"/>
              <a:t>, </a:t>
            </a:r>
            <a:r>
              <a:rPr lang="da-DK" sz="1400" dirty="0" err="1"/>
              <a:t>conversion</a:t>
            </a:r>
            <a:r>
              <a:rPr lang="da-DK" sz="1400" dirty="0"/>
              <a:t> </a:t>
            </a:r>
            <a:r>
              <a:rPr lang="da-DK" sz="1400" dirty="0" err="1"/>
              <a:t>processes</a:t>
            </a:r>
            <a:r>
              <a:rPr lang="da-DK" sz="1400" dirty="0"/>
              <a:t>/</a:t>
            </a:r>
            <a:r>
              <a:rPr lang="da-DK" sz="1400" dirty="0" err="1"/>
              <a:t>synthesis</a:t>
            </a:r>
            <a:r>
              <a:rPr lang="da-DK" sz="1400" dirty="0"/>
              <a:t> </a:t>
            </a:r>
            <a:r>
              <a:rPr lang="da-DK" sz="1400" dirty="0" err="1"/>
              <a:t>technologies</a:t>
            </a:r>
            <a:r>
              <a:rPr lang="da-DK" sz="1400" dirty="0"/>
              <a:t>, offtaker </a:t>
            </a:r>
            <a:r>
              <a:rPr lang="da-DK" sz="1400" dirty="0" err="1"/>
              <a:t>availability</a:t>
            </a:r>
            <a:r>
              <a:rPr lang="da-DK" sz="1400" dirty="0"/>
              <a:t> (</a:t>
            </a:r>
            <a:r>
              <a:rPr lang="da-DK" sz="1400" dirty="0" err="1"/>
              <a:t>monthly</a:t>
            </a:r>
            <a:r>
              <a:rPr lang="da-DK" sz="1400" dirty="0"/>
              <a:t> </a:t>
            </a:r>
            <a:r>
              <a:rPr lang="da-DK" sz="1400" dirty="0" err="1"/>
              <a:t>docking</a:t>
            </a:r>
            <a:r>
              <a:rPr lang="da-DK" sz="1400" dirty="0"/>
              <a:t> </a:t>
            </a:r>
            <a:r>
              <a:rPr lang="da-DK" sz="1400" dirty="0" err="1"/>
              <a:t>ships</a:t>
            </a:r>
            <a:r>
              <a:rPr lang="da-DK" sz="1400" dirty="0"/>
              <a:t>).</a:t>
            </a:r>
          </a:p>
          <a:p>
            <a:pPr>
              <a:lnSpc>
                <a:spcPct val="150000"/>
              </a:lnSpc>
            </a:pP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Two revenue streams: Day-ahead electricity market and fuel production.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Navigation entails accurately identifying the value of fuel production/the opportunity cost of selling electricity.</a:t>
            </a:r>
          </a:p>
          <a:p>
            <a:pPr>
              <a:lnSpc>
                <a:spcPct val="150000"/>
              </a:lnSpc>
            </a:pP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Capacity planning model includes years of time steps and annualized capital costs.</a:t>
            </a:r>
          </a:p>
        </p:txBody>
      </p:sp>
      <p:sp>
        <p:nvSpPr>
          <p:cNvPr id="4" name="FLD_Presentation Title">
            <a:extLst>
              <a:ext uri="{FF2B5EF4-FFF2-40B4-BE49-F238E27FC236}">
                <a16:creationId xmlns:a16="http://schemas.microsoft.com/office/drawing/2014/main" id="{913916FB-356C-9C49-6018-434A8FE614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590797" y="6541196"/>
            <a:ext cx="5497199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r>
              <a:rPr lang="en-US" sz="700">
                <a:solidFill>
                  <a:srgbClr val="FFFFFF"/>
                </a:solidFill>
                <a:latin typeface="Arial"/>
                <a:ea typeface="ＭＳ Ｐゴシック" pitchFamily="48"/>
              </a:rPr>
              <a:t>Integrating long-term contractual commitments into the operational planning of a renewable fuel plant</a:t>
            </a:r>
            <a:endParaRPr lang="en-GB" sz="700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8EECD39-37DC-B9B4-BCFC-6D862657FFA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06452" y="6541196"/>
            <a:ext cx="432602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>
              <a:spcBef>
                <a:spcPts val="400"/>
              </a:spcBef>
            </a:pPr>
            <a:fld id="{F12A9400-1922-4C16-A68A-E8BA1562C5A6}" type="slidenum">
              <a:rPr lang="en-GB" sz="700" b="1">
                <a:solidFill>
                  <a:srgbClr val="FFFFFF"/>
                </a:solidFill>
                <a:latin typeface="Arial"/>
                <a:ea typeface="ＭＳ Ｐゴシック" pitchFamily="48"/>
              </a:rPr>
              <a:t>5</a:t>
            </a:fld>
            <a:endParaRPr lang="en-GB" sz="700" b="1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sp>
        <p:nvSpPr>
          <p:cNvPr id="6" name="Date Placeholder 8">
            <a:extLst>
              <a:ext uri="{FF2B5EF4-FFF2-40B4-BE49-F238E27FC236}">
                <a16:creationId xmlns:a16="http://schemas.microsoft.com/office/drawing/2014/main" id="{E561A4D1-FDF7-E5FD-85D5-B6777116B1EA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251999" y="6541196"/>
            <a:ext cx="1105198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>
              <a:spcBef>
                <a:spcPts val="400"/>
              </a:spcBef>
            </a:pPr>
            <a:r>
              <a:rPr lang="da-DK" sz="700" b="1">
                <a:solidFill>
                  <a:srgbClr val="FFFFFF"/>
                </a:solidFill>
                <a:latin typeface="Arial"/>
                <a:ea typeface="ＭＳ Ｐゴシック" pitchFamily="48"/>
              </a:rPr>
              <a:t>06/02-2026</a:t>
            </a:r>
            <a:endParaRPr lang="en-GB" sz="700" b="1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FBFC7F-859F-E9CE-7681-B8254EE08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04" y="1790928"/>
            <a:ext cx="3314801" cy="2810267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F319C879-49FC-5897-F63F-944A5B117A34}"/>
              </a:ext>
            </a:extLst>
          </p:cNvPr>
          <p:cNvSpPr/>
          <p:nvPr/>
        </p:nvSpPr>
        <p:spPr>
          <a:xfrm>
            <a:off x="3842060" y="1790928"/>
            <a:ext cx="303245" cy="49022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AF7925-98FF-642A-DC0C-E5B62E50ADD5}"/>
              </a:ext>
            </a:extLst>
          </p:cNvPr>
          <p:cNvSpPr txBox="1"/>
          <p:nvPr/>
        </p:nvSpPr>
        <p:spPr>
          <a:xfrm>
            <a:off x="4145305" y="1842531"/>
            <a:ext cx="2909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Day-</a:t>
            </a:r>
            <a:r>
              <a:rPr lang="da-DK" sz="16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ahead</a:t>
            </a:r>
            <a:r>
              <a:rPr lang="da-DK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a-DK" sz="16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electricity</a:t>
            </a:r>
            <a:r>
              <a:rPr lang="da-DK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a-DK" sz="16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costs</a:t>
            </a:r>
            <a:r>
              <a:rPr lang="da-DK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BAB3028A-166D-B366-3BBE-5A8E0D2D614A}"/>
              </a:ext>
            </a:extLst>
          </p:cNvPr>
          <p:cNvSpPr/>
          <p:nvPr/>
        </p:nvSpPr>
        <p:spPr>
          <a:xfrm>
            <a:off x="3842060" y="2467737"/>
            <a:ext cx="303245" cy="49022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614A80-5311-DC36-8FC8-ED0C88FD904A}"/>
              </a:ext>
            </a:extLst>
          </p:cNvPr>
          <p:cNvSpPr txBox="1"/>
          <p:nvPr/>
        </p:nvSpPr>
        <p:spPr>
          <a:xfrm>
            <a:off x="4145305" y="2519340"/>
            <a:ext cx="2909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PPA </a:t>
            </a:r>
            <a:r>
              <a:rPr lang="da-DK" sz="16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electricity</a:t>
            </a:r>
            <a:r>
              <a:rPr lang="da-DK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a-DK" sz="16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costs</a:t>
            </a:r>
            <a:r>
              <a:rPr lang="da-DK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0403A5D6-759E-3500-E3D2-8F0690CB8A8F}"/>
              </a:ext>
            </a:extLst>
          </p:cNvPr>
          <p:cNvSpPr/>
          <p:nvPr/>
        </p:nvSpPr>
        <p:spPr>
          <a:xfrm>
            <a:off x="4145305" y="3196149"/>
            <a:ext cx="303245" cy="49022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1FA67F-6912-4B49-D7E4-292C811F8959}"/>
              </a:ext>
            </a:extLst>
          </p:cNvPr>
          <p:cNvSpPr txBox="1"/>
          <p:nvPr/>
        </p:nvSpPr>
        <p:spPr>
          <a:xfrm>
            <a:off x="4448550" y="3118094"/>
            <a:ext cx="29092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Fuel</a:t>
            </a:r>
            <a:r>
              <a:rPr lang="da-DK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a-DK" sz="16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</a:t>
            </a:r>
            <a:br>
              <a:rPr lang="da-DK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16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da-DK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da-DK" sz="16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penalties</a:t>
            </a:r>
            <a:endParaRPr lang="en-US" sz="16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2838DB-2C3C-8A9A-3A8F-060274D8DEAC}"/>
              </a:ext>
            </a:extLst>
          </p:cNvPr>
          <p:cNvSpPr txBox="1"/>
          <p:nvPr/>
        </p:nvSpPr>
        <p:spPr>
          <a:xfrm>
            <a:off x="2000273" y="3794903"/>
            <a:ext cx="2909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(Scenarios)</a:t>
            </a:r>
            <a:endParaRPr lang="en-US" sz="16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95DA1B-0743-277A-2B44-21E02F288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04" y="5134158"/>
            <a:ext cx="2435086" cy="55979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1DFD5F8-FCE8-6FE1-E970-0F844C809116}"/>
              </a:ext>
            </a:extLst>
          </p:cNvPr>
          <p:cNvSpPr txBox="1"/>
          <p:nvPr/>
        </p:nvSpPr>
        <p:spPr>
          <a:xfrm>
            <a:off x="3265590" y="5134158"/>
            <a:ext cx="2909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(Profit-</a:t>
            </a:r>
            <a:r>
              <a:rPr lang="da-DK" sz="16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maximizing</a:t>
            </a:r>
            <a:r>
              <a:rPr lang="da-DK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operations)</a:t>
            </a:r>
            <a:endParaRPr lang="en-US" sz="1600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81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525A0-62FA-1BEA-D2D5-C6F7C5F8C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E524FBCC-263D-D849-6A46-57F0E1CBC9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4722" y="426128"/>
            <a:ext cx="9312377" cy="9727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r>
              <a:rPr lang="en-US" dirty="0"/>
              <a:t>Composite Time Series Model</a:t>
            </a:r>
          </a:p>
        </p:txBody>
      </p:sp>
      <p:sp>
        <p:nvSpPr>
          <p:cNvPr id="4" name="FLD_Presentation Title">
            <a:extLst>
              <a:ext uri="{FF2B5EF4-FFF2-40B4-BE49-F238E27FC236}">
                <a16:creationId xmlns:a16="http://schemas.microsoft.com/office/drawing/2014/main" id="{43681522-8267-9567-4E37-3D699A57FE9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590797" y="6541196"/>
            <a:ext cx="5497199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r>
              <a:rPr lang="en-US" sz="700">
                <a:solidFill>
                  <a:srgbClr val="FFFFFF"/>
                </a:solidFill>
                <a:latin typeface="Arial"/>
                <a:ea typeface="ＭＳ Ｐゴシック" pitchFamily="48"/>
              </a:rPr>
              <a:t>Integrating long-term contractual commitments into the operational planning of a renewable fuel plant</a:t>
            </a:r>
            <a:endParaRPr lang="en-GB" sz="700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71E7958-D796-D699-27D2-8A29F0D062F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06452" y="6541196"/>
            <a:ext cx="432602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>
              <a:spcBef>
                <a:spcPts val="400"/>
              </a:spcBef>
            </a:pPr>
            <a:fld id="{F12A9400-1922-4C16-A68A-E8BA1562C5A6}" type="slidenum">
              <a:rPr lang="en-GB" sz="700" b="1">
                <a:solidFill>
                  <a:srgbClr val="FFFFFF"/>
                </a:solidFill>
                <a:latin typeface="Arial"/>
                <a:ea typeface="ＭＳ Ｐゴシック" pitchFamily="48"/>
              </a:rPr>
              <a:t>6</a:t>
            </a:fld>
            <a:endParaRPr lang="en-GB" sz="700" b="1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sp>
        <p:nvSpPr>
          <p:cNvPr id="6" name="Date Placeholder 8">
            <a:extLst>
              <a:ext uri="{FF2B5EF4-FFF2-40B4-BE49-F238E27FC236}">
                <a16:creationId xmlns:a16="http://schemas.microsoft.com/office/drawing/2014/main" id="{EE968A7B-8740-A40A-B8DD-71B7986D598F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251999" y="6541196"/>
            <a:ext cx="1105198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>
              <a:spcBef>
                <a:spcPts val="400"/>
              </a:spcBef>
            </a:pPr>
            <a:r>
              <a:rPr lang="da-DK" sz="700" b="1">
                <a:solidFill>
                  <a:srgbClr val="FFFFFF"/>
                </a:solidFill>
                <a:latin typeface="Arial"/>
                <a:ea typeface="ＭＳ Ｐゴシック" pitchFamily="48"/>
              </a:rPr>
              <a:t>06/02-2026</a:t>
            </a:r>
            <a:endParaRPr lang="en-GB" sz="700" b="1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54265D8-C402-6E34-DFF9-B05C9CB474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797" y="1916138"/>
            <a:ext cx="6270818" cy="4107767"/>
          </a:xfrm>
          <a:prstGeom prst="rect">
            <a:avLst/>
          </a:prstGeom>
        </p:spPr>
      </p:pic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B8758A20-B992-9FF6-0E59-99C07CB8DD9F}"/>
              </a:ext>
            </a:extLst>
          </p:cNvPr>
          <p:cNvSpPr txBox="1">
            <a:spLocks/>
          </p:cNvSpPr>
          <p:nvPr/>
        </p:nvSpPr>
        <p:spPr>
          <a:xfrm>
            <a:off x="1774722" y="1621963"/>
            <a:ext cx="3532774" cy="426709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198004" marR="0" lvl="0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414003" marR="0" lvl="1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–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615601" marR="0" lvl="2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827998" marR="0" lvl="3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–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026002" marR="0" lvl="4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»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1026002" marR="0" lvl="5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»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400" dirty="0"/>
              <a:t>Forecasts and projects the uncertainties that the RF plant is facing.</a:t>
            </a:r>
          </a:p>
          <a:p>
            <a:pPr>
              <a:lnSpc>
                <a:spcPct val="150000"/>
              </a:lnSpc>
            </a:pP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Forecasts short-term (4 days) - deterministic components.</a:t>
            </a:r>
          </a:p>
          <a:p>
            <a:pPr>
              <a:lnSpc>
                <a:spcPct val="150000"/>
              </a:lnSpc>
            </a:pP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Projects long-term (year-ahead) - deterministic components and sampled stochastic processes.</a:t>
            </a:r>
          </a:p>
          <a:p>
            <a:pPr>
              <a:lnSpc>
                <a:spcPct val="150000"/>
              </a:lnSpc>
            </a:pP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Necessary element to inform Contract Navigation Strategies out-of-sample.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  <a:p>
            <a:pPr>
              <a:lnSpc>
                <a:spcPct val="15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10441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FFA35-FF6B-E589-FAAB-F545D5B5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FAEEAF27-B758-1FAC-55B3-380AE80015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4722" y="426128"/>
            <a:ext cx="9312377" cy="9727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r>
              <a:rPr lang="en-US" dirty="0"/>
              <a:t>Results – Hydrogen and ammonia plant (Portugal case)</a:t>
            </a:r>
          </a:p>
        </p:txBody>
      </p:sp>
      <p:sp>
        <p:nvSpPr>
          <p:cNvPr id="4" name="FLD_Presentation Title">
            <a:extLst>
              <a:ext uri="{FF2B5EF4-FFF2-40B4-BE49-F238E27FC236}">
                <a16:creationId xmlns:a16="http://schemas.microsoft.com/office/drawing/2014/main" id="{72657C1C-336D-99D8-C4CD-B3268A25FDD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590797" y="6541196"/>
            <a:ext cx="5497199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r>
              <a:rPr lang="en-US" sz="700">
                <a:solidFill>
                  <a:srgbClr val="FFFFFF"/>
                </a:solidFill>
                <a:latin typeface="Arial"/>
                <a:ea typeface="ＭＳ Ｐゴシック" pitchFamily="48"/>
              </a:rPr>
              <a:t>Integrating long-term contractual commitments into the operational planning of a renewable fuel plant</a:t>
            </a:r>
            <a:endParaRPr lang="en-GB" sz="700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DBD2108-CB3F-03C4-EA58-AB42826FC39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06452" y="6541196"/>
            <a:ext cx="432602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>
              <a:spcBef>
                <a:spcPts val="400"/>
              </a:spcBef>
            </a:pPr>
            <a:fld id="{F12A9400-1922-4C16-A68A-E8BA1562C5A6}" type="slidenum">
              <a:rPr lang="en-GB" sz="700" b="1">
                <a:solidFill>
                  <a:srgbClr val="FFFFFF"/>
                </a:solidFill>
                <a:latin typeface="Arial"/>
                <a:ea typeface="ＭＳ Ｐゴシック" pitchFamily="48"/>
              </a:rPr>
              <a:t>7</a:t>
            </a:fld>
            <a:endParaRPr lang="en-GB" sz="700" b="1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sp>
        <p:nvSpPr>
          <p:cNvPr id="6" name="Date Placeholder 8">
            <a:extLst>
              <a:ext uri="{FF2B5EF4-FFF2-40B4-BE49-F238E27FC236}">
                <a16:creationId xmlns:a16="http://schemas.microsoft.com/office/drawing/2014/main" id="{A856A259-3BE9-C89D-F211-432883AB580F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251999" y="6541196"/>
            <a:ext cx="1105198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>
              <a:spcBef>
                <a:spcPts val="400"/>
              </a:spcBef>
            </a:pPr>
            <a:r>
              <a:rPr lang="da-DK" sz="700" b="1">
                <a:solidFill>
                  <a:srgbClr val="FFFFFF"/>
                </a:solidFill>
                <a:latin typeface="Arial"/>
                <a:ea typeface="ＭＳ Ｐゴシック" pitchFamily="48"/>
              </a:rPr>
              <a:t>06/02-2026</a:t>
            </a:r>
            <a:endParaRPr lang="en-GB" sz="700" b="1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080557-11C9-3235-9E21-19607F571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956" y="1594164"/>
            <a:ext cx="3515839" cy="47339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B6C834-6B93-A34F-1FEB-3C806BFD71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190" y="3350970"/>
            <a:ext cx="4095443" cy="23525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A4F61DCD-2CB7-DBB2-DF66-1BC0D15B0F7B}"/>
              </a:ext>
            </a:extLst>
          </p:cNvPr>
          <p:cNvSpPr txBox="1">
            <a:spLocks/>
          </p:cNvSpPr>
          <p:nvPr/>
        </p:nvSpPr>
        <p:spPr>
          <a:xfrm>
            <a:off x="1123328" y="5767491"/>
            <a:ext cx="4095442" cy="6643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198004" marR="0" lvl="0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414003" marR="0" lvl="1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–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615601" marR="0" lvl="2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827998" marR="0" lvl="3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–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026002" marR="0" lvl="4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»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1026002" marR="0" lvl="5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»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400" i="1" dirty="0"/>
              <a:t>Distribution of in-sample annual earnings of RF plant from 2015-2024.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  <a:p>
            <a:pPr>
              <a:lnSpc>
                <a:spcPct val="150000"/>
              </a:lnSpc>
            </a:pP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C2EB9C-E55F-85E9-B84A-926DC6978D96}"/>
              </a:ext>
            </a:extLst>
          </p:cNvPr>
          <p:cNvSpPr/>
          <p:nvPr/>
        </p:nvSpPr>
        <p:spPr>
          <a:xfrm>
            <a:off x="9412356" y="2842591"/>
            <a:ext cx="586408" cy="184867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A5B8F5-44EC-51B9-7782-E681F822E43E}"/>
              </a:ext>
            </a:extLst>
          </p:cNvPr>
          <p:cNvSpPr/>
          <p:nvPr/>
        </p:nvSpPr>
        <p:spPr>
          <a:xfrm>
            <a:off x="10330069" y="4780721"/>
            <a:ext cx="586408" cy="86470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2DFCEF70-F034-2BC5-92DF-1EA9AEDD7ABE}"/>
              </a:ext>
            </a:extLst>
          </p:cNvPr>
          <p:cNvSpPr txBox="1">
            <a:spLocks/>
          </p:cNvSpPr>
          <p:nvPr/>
        </p:nvSpPr>
        <p:spPr>
          <a:xfrm>
            <a:off x="1774722" y="1594163"/>
            <a:ext cx="4095442" cy="14571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198004" marR="0" lvl="0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414003" marR="0" lvl="1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–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615601" marR="0" lvl="2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827998" marR="0" lvl="3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–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026002" marR="0" lvl="4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»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1026002" marR="0" lvl="5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»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da-DK" sz="1400" b="1" dirty="0" err="1"/>
              <a:t>Offtake</a:t>
            </a:r>
            <a:r>
              <a:rPr lang="da-DK" sz="1400" b="1" dirty="0"/>
              <a:t> </a:t>
            </a:r>
            <a:r>
              <a:rPr lang="da-DK" sz="1400" b="1" dirty="0" err="1"/>
              <a:t>contracts</a:t>
            </a:r>
            <a:r>
              <a:rPr lang="da-DK" sz="1400" b="1" dirty="0"/>
              <a:t>:</a:t>
            </a:r>
          </a:p>
          <a:p>
            <a:pPr lvl="1">
              <a:lnSpc>
                <a:spcPct val="150000"/>
              </a:lnSpc>
            </a:pPr>
            <a:r>
              <a:rPr lang="da-DK" sz="1400" dirty="0" err="1"/>
              <a:t>Ammonia</a:t>
            </a:r>
            <a:r>
              <a:rPr lang="da-DK" sz="1400" dirty="0"/>
              <a:t> </a:t>
            </a:r>
            <a:r>
              <a:rPr lang="da-DK" sz="1400" dirty="0" err="1"/>
              <a:t>contract</a:t>
            </a:r>
            <a:r>
              <a:rPr lang="da-DK" sz="1400" dirty="0"/>
              <a:t> of 100 kt NH3/</a:t>
            </a:r>
            <a:r>
              <a:rPr lang="da-DK" sz="1400" dirty="0" err="1"/>
              <a:t>year</a:t>
            </a:r>
            <a:r>
              <a:rPr lang="da-DK" sz="1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Hydrogen contract of 0.5 t H2/hour.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/>
              <a:t>Optimal capacity utilization around 70-75%.</a:t>
            </a:r>
          </a:p>
        </p:txBody>
      </p:sp>
    </p:spTree>
    <p:extLst>
      <p:ext uri="{BB962C8B-B14F-4D97-AF65-F5344CB8AC3E}">
        <p14:creationId xmlns:p14="http://schemas.microsoft.com/office/powerpoint/2010/main" val="1331324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32202-FB3A-AF51-D664-F9AD424B9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F02B534F-C905-F4F2-CCE5-BB34FB9A12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4722" y="426128"/>
            <a:ext cx="9312377" cy="9727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r>
              <a:rPr lang="en-US" dirty="0"/>
              <a:t>Results – 2025 out-of-sample earnings</a:t>
            </a:r>
          </a:p>
        </p:txBody>
      </p:sp>
      <p:sp>
        <p:nvSpPr>
          <p:cNvPr id="4" name="FLD_Presentation Title">
            <a:extLst>
              <a:ext uri="{FF2B5EF4-FFF2-40B4-BE49-F238E27FC236}">
                <a16:creationId xmlns:a16="http://schemas.microsoft.com/office/drawing/2014/main" id="{51287430-C89D-ACCD-9567-378EFFEA173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590797" y="6541196"/>
            <a:ext cx="5497199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r>
              <a:rPr lang="en-US" sz="700">
                <a:solidFill>
                  <a:srgbClr val="FFFFFF"/>
                </a:solidFill>
                <a:latin typeface="Arial"/>
                <a:ea typeface="ＭＳ Ｐゴシック" pitchFamily="48"/>
              </a:rPr>
              <a:t>Integrating long-term contractual commitments into the operational planning of a renewable fuel plant</a:t>
            </a:r>
            <a:endParaRPr lang="en-GB" sz="700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B4EC395-95A6-F1E4-C8A9-9A3E7FBE1D0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06452" y="6541196"/>
            <a:ext cx="432602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>
              <a:spcBef>
                <a:spcPts val="400"/>
              </a:spcBef>
            </a:pPr>
            <a:fld id="{F12A9400-1922-4C16-A68A-E8BA1562C5A6}" type="slidenum">
              <a:rPr lang="en-GB" sz="700" b="1">
                <a:solidFill>
                  <a:srgbClr val="FFFFFF"/>
                </a:solidFill>
                <a:latin typeface="Arial"/>
                <a:ea typeface="ＭＳ Ｐゴシック" pitchFamily="48"/>
              </a:rPr>
              <a:t>8</a:t>
            </a:fld>
            <a:endParaRPr lang="en-GB" sz="700" b="1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sp>
        <p:nvSpPr>
          <p:cNvPr id="6" name="Date Placeholder 8">
            <a:extLst>
              <a:ext uri="{FF2B5EF4-FFF2-40B4-BE49-F238E27FC236}">
                <a16:creationId xmlns:a16="http://schemas.microsoft.com/office/drawing/2014/main" id="{59D2945F-8D65-226A-6C9A-6BA9CAEE636A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251999" y="6541196"/>
            <a:ext cx="1105198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>
              <a:spcBef>
                <a:spcPts val="400"/>
              </a:spcBef>
            </a:pPr>
            <a:r>
              <a:rPr lang="da-DK" sz="700" b="1">
                <a:solidFill>
                  <a:srgbClr val="FFFFFF"/>
                </a:solidFill>
                <a:latin typeface="Arial"/>
                <a:ea typeface="ＭＳ Ｐゴシック" pitchFamily="48"/>
              </a:rPr>
              <a:t>06/02-2026</a:t>
            </a:r>
            <a:endParaRPr lang="en-GB" sz="700" b="1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C358BA-9ED3-8451-B612-0E54328C72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249" y="1475392"/>
            <a:ext cx="4995521" cy="333034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F814FD-782D-069E-D217-42ECEB47E85A}"/>
              </a:ext>
            </a:extLst>
          </p:cNvPr>
          <p:cNvSpPr txBox="1">
            <a:spLocks/>
          </p:cNvSpPr>
          <p:nvPr/>
        </p:nvSpPr>
        <p:spPr>
          <a:xfrm>
            <a:off x="874643" y="1594163"/>
            <a:ext cx="4995521" cy="14571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198004" marR="0" lvl="0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414003" marR="0" lvl="1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–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615601" marR="0" lvl="2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827998" marR="0" lvl="3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–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026002" marR="0" lvl="4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»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1026002" marR="0" lvl="5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»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da-DK" sz="1400" b="1" dirty="0" err="1"/>
              <a:t>Contract</a:t>
            </a:r>
            <a:r>
              <a:rPr lang="da-DK" sz="1400" b="1" dirty="0"/>
              <a:t> Navigation Strategies (CNS):</a:t>
            </a:r>
          </a:p>
          <a:p>
            <a:pPr lvl="1">
              <a:lnSpc>
                <a:spcPct val="150000"/>
              </a:lnSpc>
            </a:pPr>
            <a:r>
              <a:rPr lang="da-DK" sz="1400" dirty="0" err="1"/>
              <a:t>Fixed</a:t>
            </a:r>
            <a:r>
              <a:rPr lang="da-DK" sz="1400" dirty="0"/>
              <a:t>: </a:t>
            </a:r>
            <a:r>
              <a:rPr lang="da-DK" sz="1400" dirty="0" err="1"/>
              <a:t>Hourly</a:t>
            </a:r>
            <a:r>
              <a:rPr lang="da-DK" sz="1400" dirty="0"/>
              <a:t> </a:t>
            </a:r>
            <a:r>
              <a:rPr lang="da-DK" sz="1400" dirty="0" err="1"/>
              <a:t>fixed</a:t>
            </a:r>
            <a:r>
              <a:rPr lang="da-DK" sz="1400" dirty="0"/>
              <a:t> </a:t>
            </a:r>
            <a:r>
              <a:rPr lang="da-DK" sz="1400" dirty="0" err="1"/>
              <a:t>ammonia</a:t>
            </a:r>
            <a:r>
              <a:rPr lang="da-DK" sz="1400" dirty="0"/>
              <a:t> </a:t>
            </a:r>
            <a:r>
              <a:rPr lang="da-DK" sz="1400" dirty="0" err="1"/>
              <a:t>production</a:t>
            </a:r>
            <a:r>
              <a:rPr lang="da-DK" sz="1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da-DK" sz="1400" dirty="0"/>
              <a:t>ISP: </a:t>
            </a:r>
            <a:r>
              <a:rPr lang="da-DK" sz="1400" dirty="0" err="1"/>
              <a:t>Utilizes</a:t>
            </a:r>
            <a:r>
              <a:rPr lang="da-DK" sz="1400" dirty="0"/>
              <a:t> </a:t>
            </a:r>
            <a:r>
              <a:rPr lang="da-DK" sz="1400" dirty="0" err="1"/>
              <a:t>projections</a:t>
            </a:r>
            <a:r>
              <a:rPr lang="da-DK" sz="1400" dirty="0"/>
              <a:t> to </a:t>
            </a:r>
            <a:r>
              <a:rPr lang="da-DK" sz="1400" dirty="0" err="1"/>
              <a:t>construct</a:t>
            </a:r>
            <a:r>
              <a:rPr lang="da-DK" sz="1400" dirty="0"/>
              <a:t> forward </a:t>
            </a:r>
            <a:r>
              <a:rPr lang="da-DK" sz="1400" dirty="0" err="1"/>
              <a:t>price-duration</a:t>
            </a:r>
            <a:r>
              <a:rPr lang="da-DK" sz="1400" dirty="0"/>
              <a:t> </a:t>
            </a:r>
            <a:r>
              <a:rPr lang="da-DK" sz="1400" dirty="0" err="1"/>
              <a:t>curves</a:t>
            </a:r>
            <a:r>
              <a:rPr lang="da-DK" sz="1400" dirty="0"/>
              <a:t>, </a:t>
            </a:r>
            <a:r>
              <a:rPr lang="da-DK" sz="1400" dirty="0" err="1"/>
              <a:t>estimating</a:t>
            </a:r>
            <a:r>
              <a:rPr lang="da-DK" sz="1400" dirty="0"/>
              <a:t> </a:t>
            </a:r>
            <a:r>
              <a:rPr lang="da-DK" sz="1400" dirty="0" err="1"/>
              <a:t>opportunity</a:t>
            </a:r>
            <a:r>
              <a:rPr lang="da-DK" sz="1400" dirty="0"/>
              <a:t> </a:t>
            </a:r>
            <a:r>
              <a:rPr lang="da-DK" sz="1400" dirty="0" err="1"/>
              <a:t>cost</a:t>
            </a:r>
            <a:r>
              <a:rPr lang="da-DK" sz="1400" dirty="0"/>
              <a:t> of </a:t>
            </a:r>
            <a:r>
              <a:rPr lang="da-DK" sz="1400" dirty="0" err="1"/>
              <a:t>electricity</a:t>
            </a:r>
            <a:r>
              <a:rPr lang="da-DK" sz="1400" dirty="0"/>
              <a:t> sales.</a:t>
            </a:r>
          </a:p>
          <a:p>
            <a:pPr lvl="1">
              <a:lnSpc>
                <a:spcPct val="150000"/>
              </a:lnSpc>
            </a:pPr>
            <a:r>
              <a:rPr lang="da-DK" sz="1400" dirty="0" err="1"/>
              <a:t>Aggregative</a:t>
            </a:r>
            <a:r>
              <a:rPr lang="da-DK" sz="1400" dirty="0"/>
              <a:t>: </a:t>
            </a:r>
            <a:r>
              <a:rPr lang="da-DK" sz="1400" dirty="0" err="1"/>
              <a:t>Includes</a:t>
            </a:r>
            <a:r>
              <a:rPr lang="da-DK" sz="1400" dirty="0"/>
              <a:t> an </a:t>
            </a:r>
            <a:r>
              <a:rPr lang="da-DK" sz="1400" dirty="0" err="1"/>
              <a:t>aggregate</a:t>
            </a:r>
            <a:r>
              <a:rPr lang="da-DK" sz="1400" dirty="0"/>
              <a:t> time step in </a:t>
            </a:r>
            <a:r>
              <a:rPr lang="da-DK" sz="1400" dirty="0" err="1"/>
              <a:t>operational</a:t>
            </a:r>
            <a:r>
              <a:rPr lang="da-DK" sz="1400" dirty="0"/>
              <a:t> model, </a:t>
            </a:r>
            <a:r>
              <a:rPr lang="da-DK" sz="1400" dirty="0" err="1"/>
              <a:t>representing</a:t>
            </a:r>
            <a:r>
              <a:rPr lang="da-DK" sz="1400" dirty="0"/>
              <a:t> long-term </a:t>
            </a:r>
            <a:r>
              <a:rPr lang="da-DK" sz="1400" dirty="0" err="1"/>
              <a:t>operational</a:t>
            </a:r>
            <a:r>
              <a:rPr lang="da-DK" sz="1400" dirty="0"/>
              <a:t> decisions. 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Receding: Constructs a full year-ahead operational model with all time steps. (Computationally heavy)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Hindsight Optimal: Earnings possible with perfect information.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23C61EA4-BD91-8F6A-C262-ABFC6D404D89}"/>
              </a:ext>
            </a:extLst>
          </p:cNvPr>
          <p:cNvSpPr txBox="1">
            <a:spLocks/>
          </p:cNvSpPr>
          <p:nvPr/>
        </p:nvSpPr>
        <p:spPr>
          <a:xfrm>
            <a:off x="874642" y="4882284"/>
            <a:ext cx="10631809" cy="14571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198004" marR="0" lvl="0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414003" marR="0" lvl="1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–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615601" marR="0" lvl="2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827998" marR="0" lvl="3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–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026002" marR="0" lvl="4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»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1026002" marR="0" lvl="5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»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Results:</a:t>
            </a:r>
            <a:endParaRPr lang="en-US" sz="1200" dirty="0"/>
          </a:p>
          <a:p>
            <a:pPr lvl="1"/>
            <a:r>
              <a:rPr lang="da-DK" sz="1600" dirty="0"/>
              <a:t>CNS in the base case (100 kt) </a:t>
            </a:r>
            <a:r>
              <a:rPr lang="da-DK" sz="1600" dirty="0" err="1"/>
              <a:t>can</a:t>
            </a:r>
            <a:r>
              <a:rPr lang="da-DK" sz="1600" dirty="0"/>
              <a:t> </a:t>
            </a:r>
            <a:r>
              <a:rPr lang="da-DK" sz="1600" dirty="0" err="1"/>
              <a:t>improve</a:t>
            </a:r>
            <a:r>
              <a:rPr lang="da-DK" sz="1600" dirty="0"/>
              <a:t> </a:t>
            </a:r>
            <a:r>
              <a:rPr lang="da-DK" sz="1600" dirty="0" err="1"/>
              <a:t>earnings</a:t>
            </a:r>
            <a:r>
              <a:rPr lang="da-DK" sz="1600" dirty="0"/>
              <a:t> by €6 million from the </a:t>
            </a:r>
            <a:r>
              <a:rPr lang="da-DK" sz="1600" dirty="0" err="1"/>
              <a:t>Fixed</a:t>
            </a:r>
            <a:r>
              <a:rPr lang="da-DK" sz="1600" dirty="0"/>
              <a:t> CNS.</a:t>
            </a:r>
            <a:endParaRPr lang="en-US" sz="1200" dirty="0"/>
          </a:p>
          <a:p>
            <a:pPr lvl="1"/>
            <a:r>
              <a:rPr lang="da-DK" sz="1600" dirty="0"/>
              <a:t>The </a:t>
            </a:r>
            <a:r>
              <a:rPr lang="da-DK" sz="1600" dirty="0" err="1"/>
              <a:t>identified</a:t>
            </a:r>
            <a:r>
              <a:rPr lang="da-DK" sz="1600" dirty="0"/>
              <a:t> out-of-sample optimal </a:t>
            </a:r>
            <a:r>
              <a:rPr lang="da-DK" sz="1600" dirty="0" err="1"/>
              <a:t>capacity</a:t>
            </a:r>
            <a:r>
              <a:rPr lang="da-DK" sz="1600" dirty="0"/>
              <a:t> </a:t>
            </a:r>
            <a:r>
              <a:rPr lang="da-DK" sz="1600" dirty="0" err="1"/>
              <a:t>utilization</a:t>
            </a:r>
            <a:r>
              <a:rPr lang="da-DK" sz="1600" dirty="0"/>
              <a:t> is </a:t>
            </a:r>
            <a:r>
              <a:rPr lang="da-DK" sz="1600" dirty="0" err="1"/>
              <a:t>consistent</a:t>
            </a:r>
            <a:r>
              <a:rPr lang="da-DK" sz="1600" dirty="0"/>
              <a:t> with in-sample </a:t>
            </a:r>
            <a:r>
              <a:rPr lang="da-DK" sz="1600" dirty="0" err="1"/>
              <a:t>results</a:t>
            </a:r>
            <a:r>
              <a:rPr lang="da-DK" sz="1600" dirty="0"/>
              <a:t>.</a:t>
            </a:r>
          </a:p>
          <a:p>
            <a:pPr lvl="2"/>
            <a:r>
              <a:rPr lang="da-DK" sz="1200" dirty="0" err="1">
                <a:effectLst/>
              </a:rPr>
              <a:t>However</a:t>
            </a:r>
            <a:r>
              <a:rPr lang="da-DK" sz="1200" dirty="0">
                <a:effectLst/>
              </a:rPr>
              <a:t>, the </a:t>
            </a:r>
            <a:r>
              <a:rPr lang="da-DK" sz="1200" dirty="0" err="1">
                <a:effectLst/>
              </a:rPr>
              <a:t>Fixed</a:t>
            </a:r>
            <a:r>
              <a:rPr lang="da-DK" sz="1200" dirty="0">
                <a:effectLst/>
              </a:rPr>
              <a:t> CNS suggests </a:t>
            </a:r>
            <a:r>
              <a:rPr lang="da-DK" sz="1200" dirty="0" err="1">
                <a:effectLst/>
              </a:rPr>
              <a:t>that</a:t>
            </a:r>
            <a:r>
              <a:rPr lang="da-DK" sz="1200" dirty="0">
                <a:effectLst/>
              </a:rPr>
              <a:t> a non-</a:t>
            </a:r>
            <a:r>
              <a:rPr lang="da-DK" sz="1200" dirty="0" err="1">
                <a:effectLst/>
              </a:rPr>
              <a:t>merchant</a:t>
            </a:r>
            <a:r>
              <a:rPr lang="da-DK" sz="1200" dirty="0">
                <a:effectLst/>
              </a:rPr>
              <a:t> </a:t>
            </a:r>
            <a:r>
              <a:rPr lang="da-DK" sz="1200" dirty="0" err="1">
                <a:effectLst/>
              </a:rPr>
              <a:t>strategy</a:t>
            </a:r>
            <a:r>
              <a:rPr lang="da-DK" sz="1200" dirty="0">
                <a:effectLst/>
              </a:rPr>
              <a:t> </a:t>
            </a:r>
            <a:r>
              <a:rPr lang="da-DK" sz="1200" dirty="0" err="1">
                <a:effectLst/>
              </a:rPr>
              <a:t>can</a:t>
            </a:r>
            <a:r>
              <a:rPr lang="da-DK" sz="1200" dirty="0">
                <a:effectLst/>
              </a:rPr>
              <a:t> </a:t>
            </a:r>
            <a:r>
              <a:rPr lang="da-DK" sz="1200" dirty="0" err="1">
                <a:effectLst/>
              </a:rPr>
              <a:t>capture</a:t>
            </a:r>
            <a:r>
              <a:rPr lang="da-DK" sz="1200" dirty="0">
                <a:effectLst/>
              </a:rPr>
              <a:t> </a:t>
            </a:r>
            <a:r>
              <a:rPr lang="da-DK" sz="1200" dirty="0" err="1">
                <a:effectLst/>
              </a:rPr>
              <a:t>almost</a:t>
            </a:r>
            <a:r>
              <a:rPr lang="da-DK" sz="1200" dirty="0">
                <a:effectLst/>
              </a:rPr>
              <a:t> as high </a:t>
            </a:r>
            <a:r>
              <a:rPr lang="da-DK" sz="1200" dirty="0" err="1">
                <a:effectLst/>
              </a:rPr>
              <a:t>earnings</a:t>
            </a:r>
            <a:r>
              <a:rPr lang="da-DK" sz="1200" dirty="0"/>
              <a:t> - </a:t>
            </a:r>
            <a:r>
              <a:rPr lang="en-US" sz="1200" dirty="0">
                <a:effectLst/>
              </a:rPr>
              <a:t>Amplified by a high contracted ammonia price.</a:t>
            </a:r>
          </a:p>
          <a:p>
            <a:pPr lvl="1"/>
            <a:r>
              <a:rPr lang="en-US" sz="1600" dirty="0">
                <a:effectLst/>
              </a:rPr>
              <a:t>The ISP CNS consistently navigates the long-term contracts satisfactory also at low contracted levels.</a:t>
            </a:r>
          </a:p>
        </p:txBody>
      </p:sp>
    </p:spTree>
    <p:extLst>
      <p:ext uri="{BB962C8B-B14F-4D97-AF65-F5344CB8AC3E}">
        <p14:creationId xmlns:p14="http://schemas.microsoft.com/office/powerpoint/2010/main" val="286008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D5742-39E0-BDA1-F3BD-1DE979A45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1730A0B8-4950-F579-F740-E4B0DAD95F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4722" y="426128"/>
            <a:ext cx="9312377" cy="9727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r>
              <a:rPr lang="en-US" dirty="0"/>
              <a:t>Conclusion and contributions</a:t>
            </a:r>
          </a:p>
        </p:txBody>
      </p:sp>
      <p:sp>
        <p:nvSpPr>
          <p:cNvPr id="4" name="FLD_Presentation Title">
            <a:extLst>
              <a:ext uri="{FF2B5EF4-FFF2-40B4-BE49-F238E27FC236}">
                <a16:creationId xmlns:a16="http://schemas.microsoft.com/office/drawing/2014/main" id="{00244875-68C6-F699-B2F3-19C03506CB5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590797" y="6541196"/>
            <a:ext cx="5497199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r>
              <a:rPr lang="en-US" sz="700">
                <a:solidFill>
                  <a:srgbClr val="FFFFFF"/>
                </a:solidFill>
                <a:latin typeface="Arial"/>
                <a:ea typeface="ＭＳ Ｐゴシック" pitchFamily="48"/>
              </a:rPr>
              <a:t>Integrating long-term contractual commitments into the operational planning of a renewable fuel plant</a:t>
            </a:r>
            <a:endParaRPr lang="en-GB" sz="700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D856EA2-B696-871F-86CC-7C4A9D6C8D5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06452" y="6541196"/>
            <a:ext cx="432602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>
              <a:spcBef>
                <a:spcPts val="400"/>
              </a:spcBef>
            </a:pPr>
            <a:fld id="{F12A9400-1922-4C16-A68A-E8BA1562C5A6}" type="slidenum">
              <a:rPr lang="en-GB" sz="700" b="1">
                <a:solidFill>
                  <a:srgbClr val="FFFFFF"/>
                </a:solidFill>
                <a:latin typeface="Arial"/>
                <a:ea typeface="ＭＳ Ｐゴシック" pitchFamily="48"/>
              </a:rPr>
              <a:t>9</a:t>
            </a:fld>
            <a:endParaRPr lang="en-GB" sz="700" b="1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sp>
        <p:nvSpPr>
          <p:cNvPr id="6" name="Date Placeholder 8">
            <a:extLst>
              <a:ext uri="{FF2B5EF4-FFF2-40B4-BE49-F238E27FC236}">
                <a16:creationId xmlns:a16="http://schemas.microsoft.com/office/drawing/2014/main" id="{1730B364-A0B9-082F-B504-BEFBF6C13157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251999" y="6541196"/>
            <a:ext cx="1105198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>
              <a:spcBef>
                <a:spcPts val="400"/>
              </a:spcBef>
            </a:pPr>
            <a:r>
              <a:rPr lang="da-DK" sz="700" b="1">
                <a:solidFill>
                  <a:srgbClr val="FFFFFF"/>
                </a:solidFill>
                <a:latin typeface="Arial"/>
                <a:ea typeface="ＭＳ Ｐゴシック" pitchFamily="48"/>
              </a:rPr>
              <a:t>06/02-2026</a:t>
            </a:r>
            <a:endParaRPr lang="en-GB" sz="700" b="1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B208615-7191-4700-ACE2-8DCEB91643FD}"/>
              </a:ext>
            </a:extLst>
          </p:cNvPr>
          <p:cNvSpPr txBox="1">
            <a:spLocks/>
          </p:cNvSpPr>
          <p:nvPr/>
        </p:nvSpPr>
        <p:spPr>
          <a:xfrm>
            <a:off x="1774721" y="1594162"/>
            <a:ext cx="9312377" cy="373321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198004" marR="0" lvl="0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414003" marR="0" lvl="1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–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615601" marR="0" lvl="2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827998" marR="0" lvl="3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–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026002" marR="0" lvl="4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»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1026002" marR="0" lvl="5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»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da-DK" sz="1400" dirty="0" err="1"/>
              <a:t>We</a:t>
            </a:r>
            <a:r>
              <a:rPr lang="da-DK" sz="1400" dirty="0"/>
              <a:t> </a:t>
            </a:r>
            <a:r>
              <a:rPr lang="da-DK" sz="1400" dirty="0" err="1"/>
              <a:t>contribute</a:t>
            </a:r>
            <a:r>
              <a:rPr lang="da-DK" sz="1400" dirty="0"/>
              <a:t> to the </a:t>
            </a:r>
            <a:r>
              <a:rPr lang="da-DK" sz="1400" dirty="0" err="1"/>
              <a:t>literature</a:t>
            </a:r>
            <a:r>
              <a:rPr lang="da-DK" sz="1400" dirty="0"/>
              <a:t> with a </a:t>
            </a:r>
            <a:r>
              <a:rPr lang="da-DK" sz="1400" dirty="0" err="1"/>
              <a:t>holistic</a:t>
            </a:r>
            <a:r>
              <a:rPr lang="da-DK" sz="1400" dirty="0"/>
              <a:t> framework </a:t>
            </a:r>
            <a:r>
              <a:rPr lang="da-DK" sz="1400" dirty="0" err="1"/>
              <a:t>which</a:t>
            </a:r>
            <a:r>
              <a:rPr lang="da-DK" sz="1400" dirty="0"/>
              <a:t> </a:t>
            </a:r>
            <a:r>
              <a:rPr lang="da-DK" sz="1400" dirty="0" err="1"/>
              <a:t>optimizes</a:t>
            </a:r>
            <a:r>
              <a:rPr lang="da-DK" sz="1400" dirty="0"/>
              <a:t> RF plant </a:t>
            </a:r>
            <a:r>
              <a:rPr lang="da-DK" sz="1400" dirty="0" err="1"/>
              <a:t>capacities</a:t>
            </a:r>
            <a:r>
              <a:rPr lang="da-DK" sz="1400" dirty="0"/>
              <a:t> and PPA </a:t>
            </a:r>
            <a:r>
              <a:rPr lang="da-DK" sz="1400" dirty="0" err="1"/>
              <a:t>contracts</a:t>
            </a:r>
            <a:r>
              <a:rPr lang="da-DK" sz="1400" dirty="0"/>
              <a:t> to </a:t>
            </a:r>
            <a:r>
              <a:rPr lang="da-DK" sz="1400" dirty="0" err="1"/>
              <a:t>offtake</a:t>
            </a:r>
            <a:r>
              <a:rPr lang="da-DK" sz="1400" dirty="0"/>
              <a:t> </a:t>
            </a:r>
            <a:r>
              <a:rPr lang="da-DK" sz="1400" dirty="0" err="1"/>
              <a:t>contracts</a:t>
            </a:r>
            <a:r>
              <a:rPr lang="da-DK" sz="1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da-DK" sz="1400" dirty="0" err="1"/>
              <a:t>Novel</a:t>
            </a:r>
            <a:r>
              <a:rPr lang="da-DK" sz="1400" dirty="0"/>
              <a:t> </a:t>
            </a:r>
            <a:r>
              <a:rPr lang="da-DK" sz="1400" dirty="0" err="1"/>
              <a:t>work</a:t>
            </a:r>
            <a:r>
              <a:rPr lang="da-DK" sz="1400" dirty="0"/>
              <a:t> on long-term RF </a:t>
            </a:r>
            <a:r>
              <a:rPr lang="da-DK" sz="1400" dirty="0" err="1"/>
              <a:t>contracts</a:t>
            </a:r>
            <a:r>
              <a:rPr lang="da-DK" sz="1400" dirty="0"/>
              <a:t> not </a:t>
            </a:r>
            <a:r>
              <a:rPr lang="da-DK" sz="1400" dirty="0" err="1"/>
              <a:t>limited</a:t>
            </a:r>
            <a:r>
              <a:rPr lang="da-DK" sz="1400" dirty="0"/>
              <a:t> to hydrogen systems.</a:t>
            </a:r>
          </a:p>
          <a:p>
            <a:pPr>
              <a:lnSpc>
                <a:spcPct val="150000"/>
              </a:lnSpc>
            </a:pPr>
            <a:endParaRPr lang="da-DK" sz="1400" dirty="0"/>
          </a:p>
          <a:p>
            <a:pPr>
              <a:lnSpc>
                <a:spcPct val="150000"/>
              </a:lnSpc>
            </a:pPr>
            <a:r>
              <a:rPr lang="da-DK" sz="1400" dirty="0" err="1"/>
              <a:t>We</a:t>
            </a:r>
            <a:r>
              <a:rPr lang="da-DK" sz="1400" dirty="0"/>
              <a:t> </a:t>
            </a:r>
            <a:r>
              <a:rPr lang="da-DK" sz="1400" dirty="0" err="1"/>
              <a:t>develop</a:t>
            </a:r>
            <a:r>
              <a:rPr lang="da-DK" sz="1400" dirty="0"/>
              <a:t> an </a:t>
            </a:r>
            <a:r>
              <a:rPr lang="da-DK" sz="1400" dirty="0" err="1"/>
              <a:t>operational</a:t>
            </a:r>
            <a:r>
              <a:rPr lang="da-DK" sz="1400" dirty="0"/>
              <a:t> framework, </a:t>
            </a:r>
            <a:r>
              <a:rPr lang="da-DK" sz="1400" dirty="0" err="1"/>
              <a:t>integrating</a:t>
            </a:r>
            <a:r>
              <a:rPr lang="da-DK" sz="1400" dirty="0"/>
              <a:t> time series </a:t>
            </a:r>
            <a:r>
              <a:rPr lang="da-DK" sz="1400" dirty="0" err="1"/>
              <a:t>modelling</a:t>
            </a:r>
            <a:r>
              <a:rPr lang="da-DK" sz="1400" dirty="0"/>
              <a:t> and </a:t>
            </a:r>
            <a:r>
              <a:rPr lang="da-DK" sz="1400" dirty="0" err="1"/>
              <a:t>elaborate</a:t>
            </a:r>
            <a:r>
              <a:rPr lang="da-DK" sz="1400" dirty="0"/>
              <a:t> </a:t>
            </a:r>
            <a:r>
              <a:rPr lang="da-DK" sz="1400" dirty="0" err="1"/>
              <a:t>strategies</a:t>
            </a:r>
            <a:r>
              <a:rPr lang="da-DK" sz="1400" dirty="0"/>
              <a:t> to </a:t>
            </a:r>
            <a:r>
              <a:rPr lang="da-DK" sz="1400" dirty="0" err="1"/>
              <a:t>assess</a:t>
            </a:r>
            <a:r>
              <a:rPr lang="da-DK" sz="1400" dirty="0"/>
              <a:t> </a:t>
            </a:r>
            <a:r>
              <a:rPr lang="da-DK" sz="1400" dirty="0" err="1"/>
              <a:t>realistic</a:t>
            </a:r>
            <a:r>
              <a:rPr lang="da-DK" sz="1400" dirty="0"/>
              <a:t> </a:t>
            </a:r>
            <a:r>
              <a:rPr lang="da-DK" sz="1400" dirty="0" err="1"/>
              <a:t>operational</a:t>
            </a:r>
            <a:r>
              <a:rPr lang="da-DK" sz="1400" dirty="0"/>
              <a:t> </a:t>
            </a:r>
            <a:r>
              <a:rPr lang="da-DK" sz="1400" dirty="0" err="1"/>
              <a:t>capability</a:t>
            </a:r>
            <a:r>
              <a:rPr lang="da-DK" sz="1400" dirty="0"/>
              <a:t> to </a:t>
            </a:r>
            <a:r>
              <a:rPr lang="da-DK" sz="1400" dirty="0" err="1"/>
              <a:t>capture</a:t>
            </a:r>
            <a:r>
              <a:rPr lang="da-DK" sz="1400" dirty="0"/>
              <a:t> </a:t>
            </a:r>
            <a:r>
              <a:rPr lang="da-DK" sz="1400" dirty="0" err="1"/>
              <a:t>favourable</a:t>
            </a:r>
            <a:r>
              <a:rPr lang="da-DK" sz="1400" dirty="0"/>
              <a:t> </a:t>
            </a:r>
            <a:r>
              <a:rPr lang="da-DK" sz="1400" dirty="0" err="1"/>
              <a:t>electricity</a:t>
            </a:r>
            <a:r>
              <a:rPr lang="da-DK" sz="1400" dirty="0"/>
              <a:t> </a:t>
            </a:r>
            <a:r>
              <a:rPr lang="da-DK" sz="1400" dirty="0" err="1"/>
              <a:t>market</a:t>
            </a:r>
            <a:r>
              <a:rPr lang="da-DK" sz="1400" dirty="0"/>
              <a:t> participation.</a:t>
            </a:r>
          </a:p>
          <a:p>
            <a:pPr>
              <a:lnSpc>
                <a:spcPct val="150000"/>
              </a:lnSpc>
            </a:pPr>
            <a:endParaRPr lang="da-DK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With CNS we can achieve higher earnings than through a fixed-production operational strategy – further incentivizing flexible RF production tracking variable renewables </a:t>
            </a:r>
            <a:r>
              <a:rPr lang="en-US" sz="1400" b="1" dirty="0"/>
              <a:t>while</a:t>
            </a:r>
            <a:r>
              <a:rPr lang="en-US" sz="1400" dirty="0"/>
              <a:t> complying with long-term offtake contracts, which is required to secure the business case.</a:t>
            </a:r>
          </a:p>
        </p:txBody>
      </p:sp>
    </p:spTree>
    <p:extLst>
      <p:ext uri="{BB962C8B-B14F-4D97-AF65-F5344CB8AC3E}">
        <p14:creationId xmlns:p14="http://schemas.microsoft.com/office/powerpoint/2010/main" val="2201326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06955-38DC-B858-1AB6-C1FB57396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6D9F411F-9AA2-6BC7-5A87-0DD4E029D5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4722" y="426128"/>
            <a:ext cx="9312377" cy="9727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r>
              <a:rPr lang="en-US" dirty="0"/>
              <a:t>Additional aspects</a:t>
            </a:r>
          </a:p>
        </p:txBody>
      </p:sp>
      <p:sp>
        <p:nvSpPr>
          <p:cNvPr id="4" name="FLD_Presentation Title">
            <a:extLst>
              <a:ext uri="{FF2B5EF4-FFF2-40B4-BE49-F238E27FC236}">
                <a16:creationId xmlns:a16="http://schemas.microsoft.com/office/drawing/2014/main" id="{FC271454-3F96-CA33-B0D0-36AA39A4CC2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590797" y="6541196"/>
            <a:ext cx="5497199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r>
              <a:rPr lang="en-US" sz="700">
                <a:solidFill>
                  <a:srgbClr val="FFFFFF"/>
                </a:solidFill>
                <a:latin typeface="Arial"/>
                <a:ea typeface="ＭＳ Ｐゴシック" pitchFamily="48"/>
              </a:rPr>
              <a:t>Integrating long-term contractual commitments into the operational planning of a renewable fuel plant</a:t>
            </a:r>
            <a:endParaRPr lang="en-GB" sz="700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90DB2A2-445C-3F76-FF76-58039124C60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06452" y="6541196"/>
            <a:ext cx="432602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>
              <a:spcBef>
                <a:spcPts val="400"/>
              </a:spcBef>
            </a:pPr>
            <a:fld id="{F12A9400-1922-4C16-A68A-E8BA1562C5A6}" type="slidenum">
              <a:rPr lang="en-GB" sz="700" b="1">
                <a:solidFill>
                  <a:srgbClr val="FFFFFF"/>
                </a:solidFill>
                <a:latin typeface="Arial"/>
                <a:ea typeface="ＭＳ Ｐゴシック" pitchFamily="48"/>
              </a:rPr>
              <a:t>10</a:t>
            </a:fld>
            <a:endParaRPr lang="en-GB" sz="700" b="1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sp>
        <p:nvSpPr>
          <p:cNvPr id="6" name="Date Placeholder 8">
            <a:extLst>
              <a:ext uri="{FF2B5EF4-FFF2-40B4-BE49-F238E27FC236}">
                <a16:creationId xmlns:a16="http://schemas.microsoft.com/office/drawing/2014/main" id="{1FC6F357-CC41-B731-F130-924F066BBCCE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251999" y="6541196"/>
            <a:ext cx="1105198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>
              <a:spcBef>
                <a:spcPts val="400"/>
              </a:spcBef>
            </a:pPr>
            <a:r>
              <a:rPr lang="da-DK" sz="700" b="1">
                <a:solidFill>
                  <a:srgbClr val="FFFFFF"/>
                </a:solidFill>
                <a:latin typeface="Arial"/>
                <a:ea typeface="ＭＳ Ｐゴシック" pitchFamily="48"/>
              </a:rPr>
              <a:t>06/02-2026</a:t>
            </a:r>
            <a:endParaRPr lang="en-GB" sz="700" b="1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8832802-AB36-F91C-83F7-266433E37FCB}"/>
              </a:ext>
            </a:extLst>
          </p:cNvPr>
          <p:cNvSpPr txBox="1">
            <a:spLocks/>
          </p:cNvSpPr>
          <p:nvPr/>
        </p:nvSpPr>
        <p:spPr>
          <a:xfrm>
            <a:off x="1774722" y="1594163"/>
            <a:ext cx="6772930" cy="14571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198004" marR="0" lvl="0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414003" marR="0" lvl="1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–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615601" marR="0" lvl="2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•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827998" marR="0" lvl="3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–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026002" marR="0" lvl="4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»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1026002" marR="0" lvl="5" indent="-198004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Char char="»"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da-DK" sz="1400" dirty="0" err="1"/>
              <a:t>Investigation</a:t>
            </a:r>
            <a:r>
              <a:rPr lang="da-DK" sz="1400" dirty="0"/>
              <a:t> of </a:t>
            </a:r>
            <a:r>
              <a:rPr lang="da-DK" sz="1400" dirty="0" err="1"/>
              <a:t>robustness</a:t>
            </a:r>
            <a:r>
              <a:rPr lang="da-DK" sz="1400" dirty="0"/>
              <a:t> of CNS </a:t>
            </a:r>
            <a:r>
              <a:rPr lang="da-DK" sz="1400" dirty="0" err="1"/>
              <a:t>earnings</a:t>
            </a:r>
            <a:r>
              <a:rPr lang="da-DK" sz="1400" dirty="0"/>
              <a:t> to forecaster </a:t>
            </a:r>
            <a:r>
              <a:rPr lang="da-DK" sz="1400" dirty="0" err="1"/>
              <a:t>variance</a:t>
            </a:r>
            <a:r>
              <a:rPr lang="da-DK" sz="1400" dirty="0"/>
              <a:t>.</a:t>
            </a:r>
          </a:p>
          <a:p>
            <a:pPr>
              <a:lnSpc>
                <a:spcPct val="150000"/>
              </a:lnSpc>
            </a:pPr>
            <a:r>
              <a:rPr lang="da-DK" sz="1400" dirty="0"/>
              <a:t>Base case </a:t>
            </a:r>
            <a:r>
              <a:rPr lang="da-DK" sz="1400" dirty="0" err="1"/>
              <a:t>investigation</a:t>
            </a:r>
            <a:r>
              <a:rPr lang="da-DK" sz="1400" dirty="0"/>
              <a:t> of </a:t>
            </a:r>
            <a:r>
              <a:rPr lang="da-DK" sz="1400" dirty="0" err="1"/>
              <a:t>revenue</a:t>
            </a:r>
            <a:r>
              <a:rPr lang="da-DK" sz="1400" dirty="0"/>
              <a:t> and </a:t>
            </a:r>
            <a:r>
              <a:rPr lang="da-DK" sz="1400" dirty="0" err="1"/>
              <a:t>cost</a:t>
            </a:r>
            <a:r>
              <a:rPr lang="da-DK" sz="1400" dirty="0"/>
              <a:t> distribution </a:t>
            </a:r>
            <a:r>
              <a:rPr lang="da-DK" sz="1400" dirty="0" err="1"/>
              <a:t>between</a:t>
            </a:r>
            <a:r>
              <a:rPr lang="da-DK" sz="1400" dirty="0"/>
              <a:t> CNS.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51935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0B565C9-0170-1DA8-7EB8-D401E01AD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388D6FB8-FB0B-5228-2F80-A9C835FD97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4722" y="426128"/>
            <a:ext cx="9312377" cy="9727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r>
              <a:rPr lang="en-US" dirty="0"/>
              <a:t>The two most relevant studies from the literature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D6EC966-48B1-AAA5-754A-633C387834A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774722" y="1706324"/>
            <a:ext cx="7816539" cy="458514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b="1" dirty="0"/>
              <a:t>Palmer et al. (2025). </a:t>
            </a:r>
            <a:r>
              <a:rPr lang="en-US" sz="1600" b="1" i="1" dirty="0"/>
              <a:t>Hedging hydrogen: Planning and contracting under uncertainty for a green hydrogen producer. 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Optimizes hydrogen production capacities under hydrogen contracts.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Tests solution out-of-sample, but assumes perfect annual foresight during dispatch.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Schrotenboer et al. (2022). </a:t>
            </a:r>
            <a:r>
              <a:rPr lang="en-US" sz="1600" b="1" i="1" dirty="0"/>
              <a:t>A Green Hydrogen Energy System: Optimal control strategies for integrated hydrogen storage and power generation with wind energy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Navigates bi-weekly hydrogen contracts, modelling the hydrogen production as a </a:t>
            </a:r>
            <a:r>
              <a:rPr lang="da-DK" sz="1600" dirty="0" err="1"/>
              <a:t>Markov</a:t>
            </a:r>
            <a:r>
              <a:rPr lang="da-DK" sz="1600" dirty="0"/>
              <a:t> decision </a:t>
            </a:r>
            <a:r>
              <a:rPr lang="da-DK" sz="1600" dirty="0" err="1"/>
              <a:t>process</a:t>
            </a:r>
            <a:r>
              <a:rPr lang="en-US" sz="16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Does not consider long-term contractual production obligations, thus not investigating the importance of long-term forecasting and scheduling of fuel production.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Does not evaluate decision policies and generated revenues out-of-sample.</a:t>
            </a:r>
          </a:p>
        </p:txBody>
      </p:sp>
      <p:sp>
        <p:nvSpPr>
          <p:cNvPr id="4" name="FLD_Presentation Title">
            <a:extLst>
              <a:ext uri="{FF2B5EF4-FFF2-40B4-BE49-F238E27FC236}">
                <a16:creationId xmlns:a16="http://schemas.microsoft.com/office/drawing/2014/main" id="{177F5F61-F636-6A33-3800-5FA67E03077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590797" y="6541196"/>
            <a:ext cx="5497199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r>
              <a:rPr lang="en-US" sz="700">
                <a:solidFill>
                  <a:srgbClr val="FFFFFF"/>
                </a:solidFill>
                <a:latin typeface="Arial"/>
                <a:ea typeface="ＭＳ Ｐゴシック" pitchFamily="48"/>
              </a:rPr>
              <a:t>Integrating long-term contractual commitments into the operational planning of a renewable fuel plant</a:t>
            </a:r>
            <a:endParaRPr lang="en-GB" sz="700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D135B04-FEB7-AD76-6BE2-F7E7A389E5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06452" y="6541196"/>
            <a:ext cx="432602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>
              <a:spcBef>
                <a:spcPts val="400"/>
              </a:spcBef>
            </a:pPr>
            <a:fld id="{F12A9400-1922-4C16-A68A-E8BA1562C5A6}" type="slidenum">
              <a:rPr lang="en-GB" sz="700" b="1">
                <a:solidFill>
                  <a:srgbClr val="FFFFFF"/>
                </a:solidFill>
                <a:latin typeface="Arial"/>
                <a:ea typeface="ＭＳ Ｐゴシック" pitchFamily="48"/>
              </a:rPr>
              <a:t>11</a:t>
            </a:fld>
            <a:endParaRPr lang="en-GB" sz="700" b="1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sp>
        <p:nvSpPr>
          <p:cNvPr id="6" name="Date Placeholder 8">
            <a:extLst>
              <a:ext uri="{FF2B5EF4-FFF2-40B4-BE49-F238E27FC236}">
                <a16:creationId xmlns:a16="http://schemas.microsoft.com/office/drawing/2014/main" id="{90E5102E-B35D-7130-A139-5764EE4CCD2C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251999" y="6541196"/>
            <a:ext cx="1105198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>
              <a:spcBef>
                <a:spcPts val="400"/>
              </a:spcBef>
            </a:pPr>
            <a:r>
              <a:rPr lang="da-DK" sz="700" b="1">
                <a:solidFill>
                  <a:srgbClr val="FFFFFF"/>
                </a:solidFill>
                <a:latin typeface="Arial"/>
                <a:ea typeface="ＭＳ Ｐゴシック" pitchFamily="48"/>
              </a:rPr>
              <a:t>06/02-2026</a:t>
            </a:r>
            <a:endParaRPr lang="en-GB" sz="700" b="1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</p:spTree>
    <p:extLst>
      <p:ext uri="{BB962C8B-B14F-4D97-AF65-F5344CB8AC3E}">
        <p14:creationId xmlns:p14="http://schemas.microsoft.com/office/powerpoint/2010/main" val="3251191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FB64CA2-C180-9688-E644-D334405AF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11B51EE1-956E-A0BA-3B4E-607AA7FE60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4722" y="426128"/>
            <a:ext cx="9312377" cy="9727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r>
              <a:rPr lang="en-US" dirty="0"/>
              <a:t>Gap and research questions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DB3308A-C2CD-B667-6B5C-370D5E51B8E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774722" y="1706325"/>
            <a:ext cx="7816539" cy="426709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 dirty="0"/>
              <a:t>There is no established methodology for modelling and integrating long-term fuel offtake commitments into the daily operational planning of a RF plant.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The presented literature does not present operational frameworks which integrate forecasting and extended contexts, creating a need for a holistic operational framework which integrates up-to-date contextual information into the operational planning of fuel production and validates the framework out-of-sample.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/>
              <a:t>Research questions: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How can long-term contractual offtake commitments be optimally fulfilled in RF production?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What is required for an investment and operational framework to optimize contracted RF production?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How do limitations in foresight capabilities and choice of navigation strategy affect the operational earnings of RF production?</a:t>
            </a:r>
          </a:p>
        </p:txBody>
      </p:sp>
      <p:sp>
        <p:nvSpPr>
          <p:cNvPr id="4" name="FLD_Presentation Title">
            <a:extLst>
              <a:ext uri="{FF2B5EF4-FFF2-40B4-BE49-F238E27FC236}">
                <a16:creationId xmlns:a16="http://schemas.microsoft.com/office/drawing/2014/main" id="{6B03B8FB-3B0D-765D-6130-081FA0F3453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590797" y="6541196"/>
            <a:ext cx="5497199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r>
              <a:rPr lang="en-US" sz="700">
                <a:solidFill>
                  <a:srgbClr val="FFFFFF"/>
                </a:solidFill>
                <a:latin typeface="Arial"/>
                <a:ea typeface="ＭＳ Ｐゴシック" pitchFamily="48"/>
              </a:rPr>
              <a:t>Integrating long-term contractual commitments into the operational planning of a renewable fuel plant</a:t>
            </a:r>
            <a:endParaRPr lang="en-GB" sz="700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0D19956-A14B-9345-A8E8-0130D12CCF0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06452" y="6541196"/>
            <a:ext cx="432602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>
              <a:spcBef>
                <a:spcPts val="400"/>
              </a:spcBef>
            </a:pPr>
            <a:fld id="{F12A9400-1922-4C16-A68A-E8BA1562C5A6}" type="slidenum">
              <a:rPr lang="en-GB" sz="700" b="1">
                <a:solidFill>
                  <a:srgbClr val="FFFFFF"/>
                </a:solidFill>
                <a:latin typeface="Arial"/>
                <a:ea typeface="ＭＳ Ｐゴシック" pitchFamily="48"/>
              </a:rPr>
              <a:t>12</a:t>
            </a:fld>
            <a:endParaRPr lang="en-GB" sz="700" b="1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  <p:sp>
        <p:nvSpPr>
          <p:cNvPr id="6" name="Date Placeholder 8">
            <a:extLst>
              <a:ext uri="{FF2B5EF4-FFF2-40B4-BE49-F238E27FC236}">
                <a16:creationId xmlns:a16="http://schemas.microsoft.com/office/drawing/2014/main" id="{452C32CB-4E7C-51DA-3E40-F24ED6D31BF1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251999" y="6541196"/>
            <a:ext cx="1105198" cy="3168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>
              <a:spcBef>
                <a:spcPts val="400"/>
              </a:spcBef>
            </a:pPr>
            <a:r>
              <a:rPr lang="da-DK" sz="700" b="1">
                <a:solidFill>
                  <a:srgbClr val="FFFFFF"/>
                </a:solidFill>
                <a:latin typeface="Arial"/>
                <a:ea typeface="ＭＳ Ｐゴシック" pitchFamily="48"/>
              </a:rPr>
              <a:t>06/02-2026</a:t>
            </a:r>
            <a:endParaRPr lang="en-GB" sz="700" b="1">
              <a:solidFill>
                <a:srgbClr val="FFFFFF"/>
              </a:solidFill>
              <a:latin typeface="Arial"/>
              <a:ea typeface="ＭＳ Ｐゴシック" pitchFamily="48"/>
            </a:endParaRPr>
          </a:p>
        </p:txBody>
      </p:sp>
    </p:spTree>
    <p:extLst>
      <p:ext uri="{BB962C8B-B14F-4D97-AF65-F5344CB8AC3E}">
        <p14:creationId xmlns:p14="http://schemas.microsoft.com/office/powerpoint/2010/main" val="3521092007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4761F6CDF460C4A869B7ECFC2C20C5D" ma:contentTypeVersion="3" ma:contentTypeDescription="Opret et nyt dokument." ma:contentTypeScope="" ma:versionID="f7803283568bdad3dbcc0a0489636246">
  <xsd:schema xmlns:xsd="http://www.w3.org/2001/XMLSchema" xmlns:xs="http://www.w3.org/2001/XMLSchema" xmlns:p="http://schemas.microsoft.com/office/2006/metadata/properties" xmlns:ns2="5d597cfe-651c-4b4f-97fb-f690aebd4921" targetNamespace="http://schemas.microsoft.com/office/2006/metadata/properties" ma:root="true" ma:fieldsID="781405d5a2fe20399386f4dd0e8c6ae6" ns2:_="">
    <xsd:import namespace="5d597cfe-651c-4b4f-97fb-f690aebd49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597cfe-651c-4b4f-97fb-f690aebd49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762C3F-6FAF-454A-A2F2-03BF7519CF3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C04ECE3-A988-4684-91EB-CEED0A011C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597cfe-651c-4b4f-97fb-f690aebd49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ED32CA7-C37C-44A1-99CD-479BA48A471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3813</TotalTime>
  <Words>1542</Words>
  <Application>Microsoft Office PowerPoint</Application>
  <PresentationFormat>Custom</PresentationFormat>
  <Paragraphs>154</Paragraphs>
  <Slides>12</Slides>
  <Notes>11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Verdana</vt:lpstr>
      <vt:lpstr>Blank</vt:lpstr>
      <vt:lpstr>PowerPoint Presentation</vt:lpstr>
      <vt:lpstr>PowerPoint Presentation</vt:lpstr>
      <vt:lpstr>Motivation and objective</vt:lpstr>
      <vt:lpstr>Methodology</vt:lpstr>
      <vt:lpstr>Rolling Horizon Operational Model</vt:lpstr>
      <vt:lpstr>Composite Time Series Model</vt:lpstr>
      <vt:lpstr>Results – Hydrogen and ammonia plant (Portugal case)</vt:lpstr>
      <vt:lpstr>Results – 2025 out-of-sample earnings</vt:lpstr>
      <vt:lpstr>Conclusion and contributions</vt:lpstr>
      <vt:lpstr>Additional aspects</vt:lpstr>
      <vt:lpstr>The two most relevant studies from the literature</vt:lpstr>
      <vt:lpstr>Gap and research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DTU</dc:creator>
  <cp:lastModifiedBy>Frederik Skou Fertin</cp:lastModifiedBy>
  <cp:revision>106</cp:revision>
  <dcterms:created xsi:type="dcterms:W3CDTF">2017-07-31T08:31:56Z</dcterms:created>
  <dcterms:modified xsi:type="dcterms:W3CDTF">2026-06-02T10:54:45Z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imeStamp">
    <vt:lpwstr>2019-06-10T12:55:58.1255819Z</vt:lpwstr>
  </property>
  <property fmtid="{D5CDD505-2E9C-101B-9397-08002B2CF9AE}" pid="4" name="ContentTypeId">
    <vt:lpwstr>0x010100B4761F6CDF460C4A869B7ECFC2C20C5D</vt:lpwstr>
  </property>
</Properties>
</file>